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Lst>
  <p:sldSz cy="43200625" cx="28800425"/>
  <p:notesSz cx="6858000" cy="9144000"/>
  <p:embeddedFontLst>
    <p:embeddedFont>
      <p:font typeface="Inter"/>
      <p:regular r:id="rId7"/>
      <p:bold r:id="rId8"/>
      <p:italic r:id="rId9"/>
      <p:boldItalic r:id="rId10"/>
    </p:embeddedFont>
    <p:embeddedFont>
      <p:font typeface="Open Sans"/>
      <p:bold r:id="rId11"/>
      <p:boldItalic r:id="rId1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366">
          <p15:clr>
            <a:srgbClr val="A4A3A4"/>
          </p15:clr>
        </p15:guide>
        <p15:guide id="2" pos="5488">
          <p15:clr>
            <a:srgbClr val="A4A3A4"/>
          </p15:clr>
        </p15:guide>
      </p15:sldGuideLst>
    </p:ext>
    <p:ext uri="GoogleSlidesCustomDataVersion2">
      <go:slidesCustomData xmlns:go="http://customooxmlschemas.google.com/" r:id="rId13" roundtripDataSignature="AMtx7mi+9yr4mDS8zg5+kfXTqvtBuST67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366" orient="horz"/>
        <p:guide pos="5488"/>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OpenSans-bold.fntdata"/><Relationship Id="rId10" Type="http://schemas.openxmlformats.org/officeDocument/2006/relationships/font" Target="fonts/Inter-boldItalic.fntdata"/><Relationship Id="rId13" Type="http://customschemas.google.com/relationships/presentationmetadata" Target="metadata"/><Relationship Id="rId12" Type="http://schemas.openxmlformats.org/officeDocument/2006/relationships/font" Target="fonts/OpenSans-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Inter-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Inter-regular.fntdata"/><Relationship Id="rId8" Type="http://schemas.openxmlformats.org/officeDocument/2006/relationships/font" Target="fonts/Inter-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
          <p:cNvSpPr txBox="1"/>
          <p:nvPr>
            <p:ph idx="10" type="dt"/>
          </p:nvPr>
        </p:nvSpPr>
        <p:spPr>
          <a:xfrm>
            <a:off x="871274" y="12847249"/>
            <a:ext cx="4065942" cy="73797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3"/>
          <p:cNvSpPr txBox="1"/>
          <p:nvPr>
            <p:ph idx="11" type="ftr"/>
          </p:nvPr>
        </p:nvSpPr>
        <p:spPr>
          <a:xfrm>
            <a:off x="5953701" y="12847249"/>
            <a:ext cx="5518065" cy="73797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3"/>
          <p:cNvSpPr txBox="1"/>
          <p:nvPr>
            <p:ph idx="12" type="sldNum"/>
          </p:nvPr>
        </p:nvSpPr>
        <p:spPr>
          <a:xfrm>
            <a:off x="12488252" y="12847249"/>
            <a:ext cx="4065942" cy="737979"/>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
          <p:cNvSpPr txBox="1"/>
          <p:nvPr>
            <p:ph type="ctrTitle"/>
          </p:nvPr>
        </p:nvSpPr>
        <p:spPr>
          <a:xfrm>
            <a:off x="1306910" y="4305947"/>
            <a:ext cx="14811647" cy="2971167"/>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
          <p:cNvSpPr txBox="1"/>
          <p:nvPr>
            <p:ph idx="1" type="subTitle"/>
          </p:nvPr>
        </p:nvSpPr>
        <p:spPr>
          <a:xfrm>
            <a:off x="2613820" y="7854662"/>
            <a:ext cx="12197827" cy="3542298"/>
          </a:xfrm>
          <a:prstGeom prst="rect">
            <a:avLst/>
          </a:prstGeom>
          <a:noFill/>
          <a:ln>
            <a:noFill/>
          </a:ln>
        </p:spPr>
        <p:txBody>
          <a:bodyPr anchorCtr="0" anchor="t" bIns="45700" lIns="91425" spcFirstLastPara="1" rIns="91425" wrap="square" tIns="45700">
            <a:normAutofit/>
          </a:bodyPr>
          <a:lstStyle>
            <a:lvl1pPr lvl="0" algn="ctr">
              <a:spcBef>
                <a:spcPts val="1220"/>
              </a:spcBef>
              <a:spcAft>
                <a:spcPts val="0"/>
              </a:spcAft>
              <a:buClr>
                <a:srgbClr val="888888"/>
              </a:buClr>
              <a:buSzPts val="6098"/>
              <a:buNone/>
              <a:defRPr>
                <a:solidFill>
                  <a:srgbClr val="888888"/>
                </a:solidFill>
              </a:defRPr>
            </a:lvl1pPr>
            <a:lvl2pPr lvl="1" algn="ctr">
              <a:spcBef>
                <a:spcPts val="1067"/>
              </a:spcBef>
              <a:spcAft>
                <a:spcPts val="0"/>
              </a:spcAft>
              <a:buClr>
                <a:srgbClr val="888888"/>
              </a:buClr>
              <a:buSzPts val="5336"/>
              <a:buNone/>
              <a:defRPr>
                <a:solidFill>
                  <a:srgbClr val="888888"/>
                </a:solidFill>
              </a:defRPr>
            </a:lvl2pPr>
            <a:lvl3pPr lvl="2" algn="ctr">
              <a:spcBef>
                <a:spcPts val="915"/>
              </a:spcBef>
              <a:spcAft>
                <a:spcPts val="0"/>
              </a:spcAft>
              <a:buClr>
                <a:srgbClr val="888888"/>
              </a:buClr>
              <a:buSzPts val="4574"/>
              <a:buNone/>
              <a:defRPr>
                <a:solidFill>
                  <a:srgbClr val="888888"/>
                </a:solidFill>
              </a:defRPr>
            </a:lvl3pPr>
            <a:lvl4pPr lvl="3" algn="ctr">
              <a:spcBef>
                <a:spcPts val="762"/>
              </a:spcBef>
              <a:spcAft>
                <a:spcPts val="0"/>
              </a:spcAft>
              <a:buClr>
                <a:srgbClr val="888888"/>
              </a:buClr>
              <a:buSzPts val="3811"/>
              <a:buNone/>
              <a:defRPr>
                <a:solidFill>
                  <a:srgbClr val="888888"/>
                </a:solidFill>
              </a:defRPr>
            </a:lvl4pPr>
            <a:lvl5pPr lvl="4" algn="ctr">
              <a:spcBef>
                <a:spcPts val="762"/>
              </a:spcBef>
              <a:spcAft>
                <a:spcPts val="0"/>
              </a:spcAft>
              <a:buClr>
                <a:srgbClr val="888888"/>
              </a:buClr>
              <a:buSzPts val="3811"/>
              <a:buNone/>
              <a:defRPr>
                <a:solidFill>
                  <a:srgbClr val="888888"/>
                </a:solidFill>
              </a:defRPr>
            </a:lvl5pPr>
            <a:lvl6pPr lvl="5" algn="ctr">
              <a:spcBef>
                <a:spcPts val="762"/>
              </a:spcBef>
              <a:spcAft>
                <a:spcPts val="0"/>
              </a:spcAft>
              <a:buClr>
                <a:srgbClr val="888888"/>
              </a:buClr>
              <a:buSzPts val="3811"/>
              <a:buNone/>
              <a:defRPr>
                <a:solidFill>
                  <a:srgbClr val="888888"/>
                </a:solidFill>
              </a:defRPr>
            </a:lvl6pPr>
            <a:lvl7pPr lvl="6" algn="ctr">
              <a:spcBef>
                <a:spcPts val="762"/>
              </a:spcBef>
              <a:spcAft>
                <a:spcPts val="0"/>
              </a:spcAft>
              <a:buClr>
                <a:srgbClr val="888888"/>
              </a:buClr>
              <a:buSzPts val="3811"/>
              <a:buNone/>
              <a:defRPr>
                <a:solidFill>
                  <a:srgbClr val="888888"/>
                </a:solidFill>
              </a:defRPr>
            </a:lvl7pPr>
            <a:lvl8pPr lvl="7" algn="ctr">
              <a:spcBef>
                <a:spcPts val="762"/>
              </a:spcBef>
              <a:spcAft>
                <a:spcPts val="0"/>
              </a:spcAft>
              <a:buClr>
                <a:srgbClr val="888888"/>
              </a:buClr>
              <a:buSzPts val="3811"/>
              <a:buNone/>
              <a:defRPr>
                <a:solidFill>
                  <a:srgbClr val="888888"/>
                </a:solidFill>
              </a:defRPr>
            </a:lvl8pPr>
            <a:lvl9pPr lvl="8" algn="ctr">
              <a:spcBef>
                <a:spcPts val="762"/>
              </a:spcBef>
              <a:spcAft>
                <a:spcPts val="0"/>
              </a:spcAft>
              <a:buClr>
                <a:srgbClr val="888888"/>
              </a:buClr>
              <a:buSzPts val="3811"/>
              <a:buNone/>
              <a:defRPr>
                <a:solidFill>
                  <a:srgbClr val="888888"/>
                </a:solidFill>
              </a:defRPr>
            </a:lvl9pPr>
          </a:lstStyle>
          <a:p/>
        </p:txBody>
      </p:sp>
      <p:sp>
        <p:nvSpPr>
          <p:cNvPr id="18" name="Google Shape;18;p4"/>
          <p:cNvSpPr txBox="1"/>
          <p:nvPr>
            <p:ph idx="10" type="dt"/>
          </p:nvPr>
        </p:nvSpPr>
        <p:spPr>
          <a:xfrm>
            <a:off x="871274" y="12847249"/>
            <a:ext cx="4065942" cy="73797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
          <p:cNvSpPr txBox="1"/>
          <p:nvPr>
            <p:ph idx="11" type="ftr"/>
          </p:nvPr>
        </p:nvSpPr>
        <p:spPr>
          <a:xfrm>
            <a:off x="5953701" y="12847249"/>
            <a:ext cx="5518065" cy="73797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
          <p:cNvSpPr txBox="1"/>
          <p:nvPr>
            <p:ph idx="12" type="sldNum"/>
          </p:nvPr>
        </p:nvSpPr>
        <p:spPr>
          <a:xfrm>
            <a:off x="12488252" y="12847249"/>
            <a:ext cx="4065942" cy="737979"/>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
          <p:cNvSpPr txBox="1"/>
          <p:nvPr>
            <p:ph type="title"/>
          </p:nvPr>
        </p:nvSpPr>
        <p:spPr>
          <a:xfrm>
            <a:off x="871273" y="555089"/>
            <a:ext cx="15682921" cy="231019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
          <p:cNvSpPr txBox="1"/>
          <p:nvPr>
            <p:ph idx="1" type="body"/>
          </p:nvPr>
        </p:nvSpPr>
        <p:spPr>
          <a:xfrm>
            <a:off x="871273" y="3234273"/>
            <a:ext cx="15682921" cy="914773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5"/>
          <p:cNvSpPr txBox="1"/>
          <p:nvPr>
            <p:ph idx="10" type="dt"/>
          </p:nvPr>
        </p:nvSpPr>
        <p:spPr>
          <a:xfrm>
            <a:off x="871274" y="12847249"/>
            <a:ext cx="4065942" cy="73797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
          <p:cNvSpPr txBox="1"/>
          <p:nvPr>
            <p:ph idx="11" type="ftr"/>
          </p:nvPr>
        </p:nvSpPr>
        <p:spPr>
          <a:xfrm>
            <a:off x="5953701" y="12847249"/>
            <a:ext cx="5518065" cy="73797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
          <p:cNvSpPr txBox="1"/>
          <p:nvPr>
            <p:ph idx="12" type="sldNum"/>
          </p:nvPr>
        </p:nvSpPr>
        <p:spPr>
          <a:xfrm>
            <a:off x="12488252" y="12847249"/>
            <a:ext cx="4065942" cy="737979"/>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6"/>
          <p:cNvSpPr txBox="1"/>
          <p:nvPr>
            <p:ph type="title"/>
          </p:nvPr>
        </p:nvSpPr>
        <p:spPr>
          <a:xfrm>
            <a:off x="1376492" y="8907084"/>
            <a:ext cx="14811647" cy="2752982"/>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7623"/>
              <a:buFont typeface="Calibri"/>
              <a:buNone/>
              <a:defRPr b="1" sz="7623"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6"/>
          <p:cNvSpPr txBox="1"/>
          <p:nvPr>
            <p:ph idx="1" type="body"/>
          </p:nvPr>
        </p:nvSpPr>
        <p:spPr>
          <a:xfrm>
            <a:off x="1376492" y="5874955"/>
            <a:ext cx="14811647" cy="3032129"/>
          </a:xfrm>
          <a:prstGeom prst="rect">
            <a:avLst/>
          </a:prstGeom>
          <a:noFill/>
          <a:ln>
            <a:noFill/>
          </a:ln>
        </p:spPr>
        <p:txBody>
          <a:bodyPr anchorCtr="0" anchor="b" bIns="45700" lIns="91425" spcFirstLastPara="1" rIns="91425" wrap="square" tIns="45700">
            <a:normAutofit/>
          </a:bodyPr>
          <a:lstStyle>
            <a:lvl1pPr indent="-228600" lvl="0" marL="457200" algn="l">
              <a:spcBef>
                <a:spcPts val="762"/>
              </a:spcBef>
              <a:spcAft>
                <a:spcPts val="0"/>
              </a:spcAft>
              <a:buClr>
                <a:srgbClr val="888888"/>
              </a:buClr>
              <a:buSzPts val="3811"/>
              <a:buNone/>
              <a:defRPr sz="3811">
                <a:solidFill>
                  <a:srgbClr val="888888"/>
                </a:solidFill>
              </a:defRPr>
            </a:lvl1pPr>
            <a:lvl2pPr indent="-228600" lvl="1" marL="914400" algn="l">
              <a:spcBef>
                <a:spcPts val="686"/>
              </a:spcBef>
              <a:spcAft>
                <a:spcPts val="0"/>
              </a:spcAft>
              <a:buClr>
                <a:srgbClr val="888888"/>
              </a:buClr>
              <a:buSzPts val="3430"/>
              <a:buNone/>
              <a:defRPr sz="3430">
                <a:solidFill>
                  <a:srgbClr val="888888"/>
                </a:solidFill>
              </a:defRPr>
            </a:lvl2pPr>
            <a:lvl3pPr indent="-228600" lvl="2" marL="1371600" algn="l">
              <a:spcBef>
                <a:spcPts val="610"/>
              </a:spcBef>
              <a:spcAft>
                <a:spcPts val="0"/>
              </a:spcAft>
              <a:buClr>
                <a:srgbClr val="888888"/>
              </a:buClr>
              <a:buSzPts val="3049"/>
              <a:buNone/>
              <a:defRPr sz="3049">
                <a:solidFill>
                  <a:srgbClr val="888888"/>
                </a:solidFill>
              </a:defRPr>
            </a:lvl3pPr>
            <a:lvl4pPr indent="-228600" lvl="3" marL="1828800" algn="l">
              <a:spcBef>
                <a:spcPts val="534"/>
              </a:spcBef>
              <a:spcAft>
                <a:spcPts val="0"/>
              </a:spcAft>
              <a:buClr>
                <a:srgbClr val="888888"/>
              </a:buClr>
              <a:buSzPts val="2668"/>
              <a:buNone/>
              <a:defRPr sz="2668">
                <a:solidFill>
                  <a:srgbClr val="888888"/>
                </a:solidFill>
              </a:defRPr>
            </a:lvl4pPr>
            <a:lvl5pPr indent="-228600" lvl="4" marL="2286000" algn="l">
              <a:spcBef>
                <a:spcPts val="534"/>
              </a:spcBef>
              <a:spcAft>
                <a:spcPts val="0"/>
              </a:spcAft>
              <a:buClr>
                <a:srgbClr val="888888"/>
              </a:buClr>
              <a:buSzPts val="2668"/>
              <a:buNone/>
              <a:defRPr sz="2668">
                <a:solidFill>
                  <a:srgbClr val="888888"/>
                </a:solidFill>
              </a:defRPr>
            </a:lvl5pPr>
            <a:lvl6pPr indent="-228600" lvl="5" marL="2743200" algn="l">
              <a:spcBef>
                <a:spcPts val="534"/>
              </a:spcBef>
              <a:spcAft>
                <a:spcPts val="0"/>
              </a:spcAft>
              <a:buClr>
                <a:srgbClr val="888888"/>
              </a:buClr>
              <a:buSzPts val="2668"/>
              <a:buNone/>
              <a:defRPr sz="2668">
                <a:solidFill>
                  <a:srgbClr val="888888"/>
                </a:solidFill>
              </a:defRPr>
            </a:lvl6pPr>
            <a:lvl7pPr indent="-228600" lvl="6" marL="3200400" algn="l">
              <a:spcBef>
                <a:spcPts val="534"/>
              </a:spcBef>
              <a:spcAft>
                <a:spcPts val="0"/>
              </a:spcAft>
              <a:buClr>
                <a:srgbClr val="888888"/>
              </a:buClr>
              <a:buSzPts val="2668"/>
              <a:buNone/>
              <a:defRPr sz="2668">
                <a:solidFill>
                  <a:srgbClr val="888888"/>
                </a:solidFill>
              </a:defRPr>
            </a:lvl7pPr>
            <a:lvl8pPr indent="-228600" lvl="7" marL="3657600" algn="l">
              <a:spcBef>
                <a:spcPts val="534"/>
              </a:spcBef>
              <a:spcAft>
                <a:spcPts val="0"/>
              </a:spcAft>
              <a:buClr>
                <a:srgbClr val="888888"/>
              </a:buClr>
              <a:buSzPts val="2668"/>
              <a:buNone/>
              <a:defRPr sz="2668">
                <a:solidFill>
                  <a:srgbClr val="888888"/>
                </a:solidFill>
              </a:defRPr>
            </a:lvl8pPr>
            <a:lvl9pPr indent="-228600" lvl="8" marL="4114800" algn="l">
              <a:spcBef>
                <a:spcPts val="534"/>
              </a:spcBef>
              <a:spcAft>
                <a:spcPts val="0"/>
              </a:spcAft>
              <a:buClr>
                <a:srgbClr val="888888"/>
              </a:buClr>
              <a:buSzPts val="2668"/>
              <a:buNone/>
              <a:defRPr sz="2668">
                <a:solidFill>
                  <a:srgbClr val="888888"/>
                </a:solidFill>
              </a:defRPr>
            </a:lvl9pPr>
          </a:lstStyle>
          <a:p/>
        </p:txBody>
      </p:sp>
      <p:sp>
        <p:nvSpPr>
          <p:cNvPr id="30" name="Google Shape;30;p6"/>
          <p:cNvSpPr txBox="1"/>
          <p:nvPr>
            <p:ph idx="10" type="dt"/>
          </p:nvPr>
        </p:nvSpPr>
        <p:spPr>
          <a:xfrm>
            <a:off x="871274" y="12847249"/>
            <a:ext cx="4065942" cy="73797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6"/>
          <p:cNvSpPr txBox="1"/>
          <p:nvPr>
            <p:ph idx="11" type="ftr"/>
          </p:nvPr>
        </p:nvSpPr>
        <p:spPr>
          <a:xfrm>
            <a:off x="5953701" y="12847249"/>
            <a:ext cx="5518065" cy="73797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6"/>
          <p:cNvSpPr txBox="1"/>
          <p:nvPr>
            <p:ph idx="12" type="sldNum"/>
          </p:nvPr>
        </p:nvSpPr>
        <p:spPr>
          <a:xfrm>
            <a:off x="12488252" y="12847249"/>
            <a:ext cx="4065942" cy="737979"/>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7"/>
          <p:cNvSpPr txBox="1"/>
          <p:nvPr>
            <p:ph type="title"/>
          </p:nvPr>
        </p:nvSpPr>
        <p:spPr>
          <a:xfrm>
            <a:off x="871273" y="555089"/>
            <a:ext cx="15682921" cy="231019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7"/>
          <p:cNvSpPr txBox="1"/>
          <p:nvPr>
            <p:ph idx="1" type="body"/>
          </p:nvPr>
        </p:nvSpPr>
        <p:spPr>
          <a:xfrm>
            <a:off x="871273" y="3234273"/>
            <a:ext cx="7696248" cy="9147730"/>
          </a:xfrm>
          <a:prstGeom prst="rect">
            <a:avLst/>
          </a:prstGeom>
          <a:noFill/>
          <a:ln>
            <a:noFill/>
          </a:ln>
        </p:spPr>
        <p:txBody>
          <a:bodyPr anchorCtr="0" anchor="t" bIns="45700" lIns="91425" spcFirstLastPara="1" rIns="91425" wrap="square" tIns="45700">
            <a:normAutofit/>
          </a:bodyPr>
          <a:lstStyle>
            <a:lvl1pPr indent="-567436" lvl="0" marL="457200" algn="l">
              <a:spcBef>
                <a:spcPts val="1067"/>
              </a:spcBef>
              <a:spcAft>
                <a:spcPts val="0"/>
              </a:spcAft>
              <a:buClr>
                <a:schemeClr val="dk1"/>
              </a:buClr>
              <a:buSzPts val="5336"/>
              <a:buChar char="•"/>
              <a:defRPr sz="5336"/>
            </a:lvl1pPr>
            <a:lvl2pPr indent="-519049" lvl="1" marL="914400" algn="l">
              <a:spcBef>
                <a:spcPts val="915"/>
              </a:spcBef>
              <a:spcAft>
                <a:spcPts val="0"/>
              </a:spcAft>
              <a:buClr>
                <a:schemeClr val="dk1"/>
              </a:buClr>
              <a:buSzPts val="4574"/>
              <a:buChar char="–"/>
              <a:defRPr sz="4574"/>
            </a:lvl2pPr>
            <a:lvl3pPr indent="-470599" lvl="2" marL="1371600" algn="l">
              <a:spcBef>
                <a:spcPts val="762"/>
              </a:spcBef>
              <a:spcAft>
                <a:spcPts val="0"/>
              </a:spcAft>
              <a:buClr>
                <a:schemeClr val="dk1"/>
              </a:buClr>
              <a:buSzPts val="3811"/>
              <a:buChar char="•"/>
              <a:defRPr sz="3811"/>
            </a:lvl3pPr>
            <a:lvl4pPr indent="-446405" lvl="3" marL="1828800" algn="l">
              <a:spcBef>
                <a:spcPts val="686"/>
              </a:spcBef>
              <a:spcAft>
                <a:spcPts val="0"/>
              </a:spcAft>
              <a:buClr>
                <a:schemeClr val="dk1"/>
              </a:buClr>
              <a:buSzPts val="3430"/>
              <a:buChar char="–"/>
              <a:defRPr sz="3430"/>
            </a:lvl4pPr>
            <a:lvl5pPr indent="-446405" lvl="4" marL="2286000" algn="l">
              <a:spcBef>
                <a:spcPts val="686"/>
              </a:spcBef>
              <a:spcAft>
                <a:spcPts val="0"/>
              </a:spcAft>
              <a:buClr>
                <a:schemeClr val="dk1"/>
              </a:buClr>
              <a:buSzPts val="3430"/>
              <a:buChar char="»"/>
              <a:defRPr sz="3430"/>
            </a:lvl5pPr>
            <a:lvl6pPr indent="-446405" lvl="5" marL="2743200" algn="l">
              <a:spcBef>
                <a:spcPts val="686"/>
              </a:spcBef>
              <a:spcAft>
                <a:spcPts val="0"/>
              </a:spcAft>
              <a:buClr>
                <a:schemeClr val="dk1"/>
              </a:buClr>
              <a:buSzPts val="3430"/>
              <a:buChar char="•"/>
              <a:defRPr sz="3430"/>
            </a:lvl6pPr>
            <a:lvl7pPr indent="-446405" lvl="6" marL="3200400" algn="l">
              <a:spcBef>
                <a:spcPts val="686"/>
              </a:spcBef>
              <a:spcAft>
                <a:spcPts val="0"/>
              </a:spcAft>
              <a:buClr>
                <a:schemeClr val="dk1"/>
              </a:buClr>
              <a:buSzPts val="3430"/>
              <a:buChar char="•"/>
              <a:defRPr sz="3430"/>
            </a:lvl7pPr>
            <a:lvl8pPr indent="-446405" lvl="7" marL="3657600" algn="l">
              <a:spcBef>
                <a:spcPts val="686"/>
              </a:spcBef>
              <a:spcAft>
                <a:spcPts val="0"/>
              </a:spcAft>
              <a:buClr>
                <a:schemeClr val="dk1"/>
              </a:buClr>
              <a:buSzPts val="3430"/>
              <a:buChar char="•"/>
              <a:defRPr sz="3430"/>
            </a:lvl8pPr>
            <a:lvl9pPr indent="-446405" lvl="8" marL="4114800" algn="l">
              <a:spcBef>
                <a:spcPts val="686"/>
              </a:spcBef>
              <a:spcAft>
                <a:spcPts val="0"/>
              </a:spcAft>
              <a:buClr>
                <a:schemeClr val="dk1"/>
              </a:buClr>
              <a:buSzPts val="3430"/>
              <a:buChar char="•"/>
              <a:defRPr sz="3430"/>
            </a:lvl9pPr>
          </a:lstStyle>
          <a:p/>
        </p:txBody>
      </p:sp>
      <p:sp>
        <p:nvSpPr>
          <p:cNvPr id="36" name="Google Shape;36;p7"/>
          <p:cNvSpPr txBox="1"/>
          <p:nvPr>
            <p:ph idx="2" type="body"/>
          </p:nvPr>
        </p:nvSpPr>
        <p:spPr>
          <a:xfrm>
            <a:off x="8857946" y="3234273"/>
            <a:ext cx="7696248" cy="9147730"/>
          </a:xfrm>
          <a:prstGeom prst="rect">
            <a:avLst/>
          </a:prstGeom>
          <a:noFill/>
          <a:ln>
            <a:noFill/>
          </a:ln>
        </p:spPr>
        <p:txBody>
          <a:bodyPr anchorCtr="0" anchor="t" bIns="45700" lIns="91425" spcFirstLastPara="1" rIns="91425" wrap="square" tIns="45700">
            <a:normAutofit/>
          </a:bodyPr>
          <a:lstStyle>
            <a:lvl1pPr indent="-567436" lvl="0" marL="457200" algn="l">
              <a:spcBef>
                <a:spcPts val="1067"/>
              </a:spcBef>
              <a:spcAft>
                <a:spcPts val="0"/>
              </a:spcAft>
              <a:buClr>
                <a:schemeClr val="dk1"/>
              </a:buClr>
              <a:buSzPts val="5336"/>
              <a:buChar char="•"/>
              <a:defRPr sz="5336"/>
            </a:lvl1pPr>
            <a:lvl2pPr indent="-519049" lvl="1" marL="914400" algn="l">
              <a:spcBef>
                <a:spcPts val="915"/>
              </a:spcBef>
              <a:spcAft>
                <a:spcPts val="0"/>
              </a:spcAft>
              <a:buClr>
                <a:schemeClr val="dk1"/>
              </a:buClr>
              <a:buSzPts val="4574"/>
              <a:buChar char="–"/>
              <a:defRPr sz="4574"/>
            </a:lvl2pPr>
            <a:lvl3pPr indent="-470599" lvl="2" marL="1371600" algn="l">
              <a:spcBef>
                <a:spcPts val="762"/>
              </a:spcBef>
              <a:spcAft>
                <a:spcPts val="0"/>
              </a:spcAft>
              <a:buClr>
                <a:schemeClr val="dk1"/>
              </a:buClr>
              <a:buSzPts val="3811"/>
              <a:buChar char="•"/>
              <a:defRPr sz="3811"/>
            </a:lvl3pPr>
            <a:lvl4pPr indent="-446405" lvl="3" marL="1828800" algn="l">
              <a:spcBef>
                <a:spcPts val="686"/>
              </a:spcBef>
              <a:spcAft>
                <a:spcPts val="0"/>
              </a:spcAft>
              <a:buClr>
                <a:schemeClr val="dk1"/>
              </a:buClr>
              <a:buSzPts val="3430"/>
              <a:buChar char="–"/>
              <a:defRPr sz="3430"/>
            </a:lvl4pPr>
            <a:lvl5pPr indent="-446405" lvl="4" marL="2286000" algn="l">
              <a:spcBef>
                <a:spcPts val="686"/>
              </a:spcBef>
              <a:spcAft>
                <a:spcPts val="0"/>
              </a:spcAft>
              <a:buClr>
                <a:schemeClr val="dk1"/>
              </a:buClr>
              <a:buSzPts val="3430"/>
              <a:buChar char="»"/>
              <a:defRPr sz="3430"/>
            </a:lvl5pPr>
            <a:lvl6pPr indent="-446405" lvl="5" marL="2743200" algn="l">
              <a:spcBef>
                <a:spcPts val="686"/>
              </a:spcBef>
              <a:spcAft>
                <a:spcPts val="0"/>
              </a:spcAft>
              <a:buClr>
                <a:schemeClr val="dk1"/>
              </a:buClr>
              <a:buSzPts val="3430"/>
              <a:buChar char="•"/>
              <a:defRPr sz="3430"/>
            </a:lvl6pPr>
            <a:lvl7pPr indent="-446405" lvl="6" marL="3200400" algn="l">
              <a:spcBef>
                <a:spcPts val="686"/>
              </a:spcBef>
              <a:spcAft>
                <a:spcPts val="0"/>
              </a:spcAft>
              <a:buClr>
                <a:schemeClr val="dk1"/>
              </a:buClr>
              <a:buSzPts val="3430"/>
              <a:buChar char="•"/>
              <a:defRPr sz="3430"/>
            </a:lvl7pPr>
            <a:lvl8pPr indent="-446405" lvl="7" marL="3657600" algn="l">
              <a:spcBef>
                <a:spcPts val="686"/>
              </a:spcBef>
              <a:spcAft>
                <a:spcPts val="0"/>
              </a:spcAft>
              <a:buClr>
                <a:schemeClr val="dk1"/>
              </a:buClr>
              <a:buSzPts val="3430"/>
              <a:buChar char="•"/>
              <a:defRPr sz="3430"/>
            </a:lvl8pPr>
            <a:lvl9pPr indent="-446405" lvl="8" marL="4114800" algn="l">
              <a:spcBef>
                <a:spcPts val="686"/>
              </a:spcBef>
              <a:spcAft>
                <a:spcPts val="0"/>
              </a:spcAft>
              <a:buClr>
                <a:schemeClr val="dk1"/>
              </a:buClr>
              <a:buSzPts val="3430"/>
              <a:buChar char="•"/>
              <a:defRPr sz="3430"/>
            </a:lvl9pPr>
          </a:lstStyle>
          <a:p/>
        </p:txBody>
      </p:sp>
      <p:sp>
        <p:nvSpPr>
          <p:cNvPr id="37" name="Google Shape;37;p7"/>
          <p:cNvSpPr txBox="1"/>
          <p:nvPr>
            <p:ph idx="10" type="dt"/>
          </p:nvPr>
        </p:nvSpPr>
        <p:spPr>
          <a:xfrm>
            <a:off x="871274" y="12847249"/>
            <a:ext cx="4065942" cy="73797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7"/>
          <p:cNvSpPr txBox="1"/>
          <p:nvPr>
            <p:ph idx="11" type="ftr"/>
          </p:nvPr>
        </p:nvSpPr>
        <p:spPr>
          <a:xfrm>
            <a:off x="5953701" y="12847249"/>
            <a:ext cx="5518065" cy="73797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7"/>
          <p:cNvSpPr txBox="1"/>
          <p:nvPr>
            <p:ph idx="12" type="sldNum"/>
          </p:nvPr>
        </p:nvSpPr>
        <p:spPr>
          <a:xfrm>
            <a:off x="12488252" y="12847249"/>
            <a:ext cx="4065942" cy="737979"/>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8"/>
          <p:cNvSpPr txBox="1"/>
          <p:nvPr>
            <p:ph type="title"/>
          </p:nvPr>
        </p:nvSpPr>
        <p:spPr>
          <a:xfrm>
            <a:off x="871273" y="555089"/>
            <a:ext cx="15682921" cy="231019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8385"/>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8"/>
          <p:cNvSpPr txBox="1"/>
          <p:nvPr>
            <p:ph idx="1" type="body"/>
          </p:nvPr>
        </p:nvSpPr>
        <p:spPr>
          <a:xfrm>
            <a:off x="871273" y="3102721"/>
            <a:ext cx="7699274" cy="1293066"/>
          </a:xfrm>
          <a:prstGeom prst="rect">
            <a:avLst/>
          </a:prstGeom>
          <a:noFill/>
          <a:ln>
            <a:noFill/>
          </a:ln>
        </p:spPr>
        <p:txBody>
          <a:bodyPr anchorCtr="0" anchor="b" bIns="45700" lIns="91425" spcFirstLastPara="1" rIns="91425" wrap="square" tIns="45700">
            <a:normAutofit/>
          </a:bodyPr>
          <a:lstStyle>
            <a:lvl1pPr indent="-228600" lvl="0" marL="457200" algn="l">
              <a:spcBef>
                <a:spcPts val="915"/>
              </a:spcBef>
              <a:spcAft>
                <a:spcPts val="0"/>
              </a:spcAft>
              <a:buClr>
                <a:schemeClr val="dk1"/>
              </a:buClr>
              <a:buSzPts val="4574"/>
              <a:buNone/>
              <a:defRPr b="1" sz="4574"/>
            </a:lvl1pPr>
            <a:lvl2pPr indent="-228600" lvl="1" marL="914400" algn="l">
              <a:spcBef>
                <a:spcPts val="762"/>
              </a:spcBef>
              <a:spcAft>
                <a:spcPts val="0"/>
              </a:spcAft>
              <a:buClr>
                <a:schemeClr val="dk1"/>
              </a:buClr>
              <a:buSzPts val="3811"/>
              <a:buNone/>
              <a:defRPr b="1" sz="3811"/>
            </a:lvl2pPr>
            <a:lvl3pPr indent="-228600" lvl="2" marL="1371600" algn="l">
              <a:spcBef>
                <a:spcPts val="686"/>
              </a:spcBef>
              <a:spcAft>
                <a:spcPts val="0"/>
              </a:spcAft>
              <a:buClr>
                <a:schemeClr val="dk1"/>
              </a:buClr>
              <a:buSzPts val="3430"/>
              <a:buNone/>
              <a:defRPr b="1" sz="3430"/>
            </a:lvl3pPr>
            <a:lvl4pPr indent="-228600" lvl="3" marL="1828800" algn="l">
              <a:spcBef>
                <a:spcPts val="610"/>
              </a:spcBef>
              <a:spcAft>
                <a:spcPts val="0"/>
              </a:spcAft>
              <a:buClr>
                <a:schemeClr val="dk1"/>
              </a:buClr>
              <a:buSzPts val="3049"/>
              <a:buNone/>
              <a:defRPr b="1" sz="3049"/>
            </a:lvl4pPr>
            <a:lvl5pPr indent="-228600" lvl="4" marL="2286000" algn="l">
              <a:spcBef>
                <a:spcPts val="610"/>
              </a:spcBef>
              <a:spcAft>
                <a:spcPts val="0"/>
              </a:spcAft>
              <a:buClr>
                <a:schemeClr val="dk1"/>
              </a:buClr>
              <a:buSzPts val="3049"/>
              <a:buNone/>
              <a:defRPr b="1" sz="3049"/>
            </a:lvl5pPr>
            <a:lvl6pPr indent="-228600" lvl="5" marL="2743200" algn="l">
              <a:spcBef>
                <a:spcPts val="610"/>
              </a:spcBef>
              <a:spcAft>
                <a:spcPts val="0"/>
              </a:spcAft>
              <a:buClr>
                <a:schemeClr val="dk1"/>
              </a:buClr>
              <a:buSzPts val="3049"/>
              <a:buNone/>
              <a:defRPr b="1" sz="3049"/>
            </a:lvl6pPr>
            <a:lvl7pPr indent="-228600" lvl="6" marL="3200400" algn="l">
              <a:spcBef>
                <a:spcPts val="610"/>
              </a:spcBef>
              <a:spcAft>
                <a:spcPts val="0"/>
              </a:spcAft>
              <a:buClr>
                <a:schemeClr val="dk1"/>
              </a:buClr>
              <a:buSzPts val="3049"/>
              <a:buNone/>
              <a:defRPr b="1" sz="3049"/>
            </a:lvl7pPr>
            <a:lvl8pPr indent="-228600" lvl="7" marL="3657600" algn="l">
              <a:spcBef>
                <a:spcPts val="610"/>
              </a:spcBef>
              <a:spcAft>
                <a:spcPts val="0"/>
              </a:spcAft>
              <a:buClr>
                <a:schemeClr val="dk1"/>
              </a:buClr>
              <a:buSzPts val="3049"/>
              <a:buNone/>
              <a:defRPr b="1" sz="3049"/>
            </a:lvl8pPr>
            <a:lvl9pPr indent="-228600" lvl="8" marL="4114800" algn="l">
              <a:spcBef>
                <a:spcPts val="610"/>
              </a:spcBef>
              <a:spcAft>
                <a:spcPts val="0"/>
              </a:spcAft>
              <a:buClr>
                <a:schemeClr val="dk1"/>
              </a:buClr>
              <a:buSzPts val="3049"/>
              <a:buNone/>
              <a:defRPr b="1" sz="3049"/>
            </a:lvl9pPr>
          </a:lstStyle>
          <a:p/>
        </p:txBody>
      </p:sp>
      <p:sp>
        <p:nvSpPr>
          <p:cNvPr id="43" name="Google Shape;43;p8"/>
          <p:cNvSpPr txBox="1"/>
          <p:nvPr>
            <p:ph idx="2" type="body"/>
          </p:nvPr>
        </p:nvSpPr>
        <p:spPr>
          <a:xfrm>
            <a:off x="871273" y="4395787"/>
            <a:ext cx="7699274" cy="7986215"/>
          </a:xfrm>
          <a:prstGeom prst="rect">
            <a:avLst/>
          </a:prstGeom>
          <a:noFill/>
          <a:ln>
            <a:noFill/>
          </a:ln>
        </p:spPr>
        <p:txBody>
          <a:bodyPr anchorCtr="0" anchor="t" bIns="45700" lIns="91425" spcFirstLastPara="1" rIns="91425" wrap="square" tIns="45700">
            <a:normAutofit/>
          </a:bodyPr>
          <a:lstStyle>
            <a:lvl1pPr indent="-519049" lvl="0" marL="457200" algn="l">
              <a:spcBef>
                <a:spcPts val="915"/>
              </a:spcBef>
              <a:spcAft>
                <a:spcPts val="0"/>
              </a:spcAft>
              <a:buClr>
                <a:schemeClr val="dk1"/>
              </a:buClr>
              <a:buSzPts val="4574"/>
              <a:buChar char="•"/>
              <a:defRPr sz="4574"/>
            </a:lvl1pPr>
            <a:lvl2pPr indent="-470599" lvl="1" marL="914400" algn="l">
              <a:spcBef>
                <a:spcPts val="762"/>
              </a:spcBef>
              <a:spcAft>
                <a:spcPts val="0"/>
              </a:spcAft>
              <a:buClr>
                <a:schemeClr val="dk1"/>
              </a:buClr>
              <a:buSzPts val="3811"/>
              <a:buChar char="–"/>
              <a:defRPr sz="3811"/>
            </a:lvl2pPr>
            <a:lvl3pPr indent="-446405" lvl="2" marL="1371600" algn="l">
              <a:spcBef>
                <a:spcPts val="686"/>
              </a:spcBef>
              <a:spcAft>
                <a:spcPts val="0"/>
              </a:spcAft>
              <a:buClr>
                <a:schemeClr val="dk1"/>
              </a:buClr>
              <a:buSzPts val="3430"/>
              <a:buChar char="•"/>
              <a:defRPr sz="3430"/>
            </a:lvl3pPr>
            <a:lvl4pPr indent="-422212" lvl="3" marL="1828800" algn="l">
              <a:spcBef>
                <a:spcPts val="610"/>
              </a:spcBef>
              <a:spcAft>
                <a:spcPts val="0"/>
              </a:spcAft>
              <a:buClr>
                <a:schemeClr val="dk1"/>
              </a:buClr>
              <a:buSzPts val="3049"/>
              <a:buChar char="–"/>
              <a:defRPr sz="3049"/>
            </a:lvl4pPr>
            <a:lvl5pPr indent="-422211" lvl="4" marL="2286000" algn="l">
              <a:spcBef>
                <a:spcPts val="610"/>
              </a:spcBef>
              <a:spcAft>
                <a:spcPts val="0"/>
              </a:spcAft>
              <a:buClr>
                <a:schemeClr val="dk1"/>
              </a:buClr>
              <a:buSzPts val="3049"/>
              <a:buChar char="»"/>
              <a:defRPr sz="3049"/>
            </a:lvl5pPr>
            <a:lvl6pPr indent="-422211" lvl="5" marL="2743200" algn="l">
              <a:spcBef>
                <a:spcPts val="610"/>
              </a:spcBef>
              <a:spcAft>
                <a:spcPts val="0"/>
              </a:spcAft>
              <a:buClr>
                <a:schemeClr val="dk1"/>
              </a:buClr>
              <a:buSzPts val="3049"/>
              <a:buChar char="•"/>
              <a:defRPr sz="3049"/>
            </a:lvl6pPr>
            <a:lvl7pPr indent="-422211" lvl="6" marL="3200400" algn="l">
              <a:spcBef>
                <a:spcPts val="610"/>
              </a:spcBef>
              <a:spcAft>
                <a:spcPts val="0"/>
              </a:spcAft>
              <a:buClr>
                <a:schemeClr val="dk1"/>
              </a:buClr>
              <a:buSzPts val="3049"/>
              <a:buChar char="•"/>
              <a:defRPr sz="3049"/>
            </a:lvl7pPr>
            <a:lvl8pPr indent="-422211" lvl="7" marL="3657600" algn="l">
              <a:spcBef>
                <a:spcPts val="610"/>
              </a:spcBef>
              <a:spcAft>
                <a:spcPts val="0"/>
              </a:spcAft>
              <a:buClr>
                <a:schemeClr val="dk1"/>
              </a:buClr>
              <a:buSzPts val="3049"/>
              <a:buChar char="•"/>
              <a:defRPr sz="3049"/>
            </a:lvl8pPr>
            <a:lvl9pPr indent="-422211" lvl="8" marL="4114800" algn="l">
              <a:spcBef>
                <a:spcPts val="610"/>
              </a:spcBef>
              <a:spcAft>
                <a:spcPts val="0"/>
              </a:spcAft>
              <a:buClr>
                <a:schemeClr val="dk1"/>
              </a:buClr>
              <a:buSzPts val="3049"/>
              <a:buChar char="•"/>
              <a:defRPr sz="3049"/>
            </a:lvl9pPr>
          </a:lstStyle>
          <a:p/>
        </p:txBody>
      </p:sp>
      <p:sp>
        <p:nvSpPr>
          <p:cNvPr id="44" name="Google Shape;44;p8"/>
          <p:cNvSpPr txBox="1"/>
          <p:nvPr>
            <p:ph idx="3" type="body"/>
          </p:nvPr>
        </p:nvSpPr>
        <p:spPr>
          <a:xfrm>
            <a:off x="8851896" y="3102721"/>
            <a:ext cx="7702299" cy="1293066"/>
          </a:xfrm>
          <a:prstGeom prst="rect">
            <a:avLst/>
          </a:prstGeom>
          <a:noFill/>
          <a:ln>
            <a:noFill/>
          </a:ln>
        </p:spPr>
        <p:txBody>
          <a:bodyPr anchorCtr="0" anchor="b" bIns="45700" lIns="91425" spcFirstLastPara="1" rIns="91425" wrap="square" tIns="45700">
            <a:normAutofit/>
          </a:bodyPr>
          <a:lstStyle>
            <a:lvl1pPr indent="-228600" lvl="0" marL="457200" algn="l">
              <a:spcBef>
                <a:spcPts val="915"/>
              </a:spcBef>
              <a:spcAft>
                <a:spcPts val="0"/>
              </a:spcAft>
              <a:buClr>
                <a:schemeClr val="dk1"/>
              </a:buClr>
              <a:buSzPts val="4574"/>
              <a:buNone/>
              <a:defRPr b="1" sz="4574"/>
            </a:lvl1pPr>
            <a:lvl2pPr indent="-228600" lvl="1" marL="914400" algn="l">
              <a:spcBef>
                <a:spcPts val="762"/>
              </a:spcBef>
              <a:spcAft>
                <a:spcPts val="0"/>
              </a:spcAft>
              <a:buClr>
                <a:schemeClr val="dk1"/>
              </a:buClr>
              <a:buSzPts val="3811"/>
              <a:buNone/>
              <a:defRPr b="1" sz="3811"/>
            </a:lvl2pPr>
            <a:lvl3pPr indent="-228600" lvl="2" marL="1371600" algn="l">
              <a:spcBef>
                <a:spcPts val="686"/>
              </a:spcBef>
              <a:spcAft>
                <a:spcPts val="0"/>
              </a:spcAft>
              <a:buClr>
                <a:schemeClr val="dk1"/>
              </a:buClr>
              <a:buSzPts val="3430"/>
              <a:buNone/>
              <a:defRPr b="1" sz="3430"/>
            </a:lvl3pPr>
            <a:lvl4pPr indent="-228600" lvl="3" marL="1828800" algn="l">
              <a:spcBef>
                <a:spcPts val="610"/>
              </a:spcBef>
              <a:spcAft>
                <a:spcPts val="0"/>
              </a:spcAft>
              <a:buClr>
                <a:schemeClr val="dk1"/>
              </a:buClr>
              <a:buSzPts val="3049"/>
              <a:buNone/>
              <a:defRPr b="1" sz="3049"/>
            </a:lvl4pPr>
            <a:lvl5pPr indent="-228600" lvl="4" marL="2286000" algn="l">
              <a:spcBef>
                <a:spcPts val="610"/>
              </a:spcBef>
              <a:spcAft>
                <a:spcPts val="0"/>
              </a:spcAft>
              <a:buClr>
                <a:schemeClr val="dk1"/>
              </a:buClr>
              <a:buSzPts val="3049"/>
              <a:buNone/>
              <a:defRPr b="1" sz="3049"/>
            </a:lvl5pPr>
            <a:lvl6pPr indent="-228600" lvl="5" marL="2743200" algn="l">
              <a:spcBef>
                <a:spcPts val="610"/>
              </a:spcBef>
              <a:spcAft>
                <a:spcPts val="0"/>
              </a:spcAft>
              <a:buClr>
                <a:schemeClr val="dk1"/>
              </a:buClr>
              <a:buSzPts val="3049"/>
              <a:buNone/>
              <a:defRPr b="1" sz="3049"/>
            </a:lvl6pPr>
            <a:lvl7pPr indent="-228600" lvl="6" marL="3200400" algn="l">
              <a:spcBef>
                <a:spcPts val="610"/>
              </a:spcBef>
              <a:spcAft>
                <a:spcPts val="0"/>
              </a:spcAft>
              <a:buClr>
                <a:schemeClr val="dk1"/>
              </a:buClr>
              <a:buSzPts val="3049"/>
              <a:buNone/>
              <a:defRPr b="1" sz="3049"/>
            </a:lvl7pPr>
            <a:lvl8pPr indent="-228600" lvl="7" marL="3657600" algn="l">
              <a:spcBef>
                <a:spcPts val="610"/>
              </a:spcBef>
              <a:spcAft>
                <a:spcPts val="0"/>
              </a:spcAft>
              <a:buClr>
                <a:schemeClr val="dk1"/>
              </a:buClr>
              <a:buSzPts val="3049"/>
              <a:buNone/>
              <a:defRPr b="1" sz="3049"/>
            </a:lvl8pPr>
            <a:lvl9pPr indent="-228600" lvl="8" marL="4114800" algn="l">
              <a:spcBef>
                <a:spcPts val="610"/>
              </a:spcBef>
              <a:spcAft>
                <a:spcPts val="0"/>
              </a:spcAft>
              <a:buClr>
                <a:schemeClr val="dk1"/>
              </a:buClr>
              <a:buSzPts val="3049"/>
              <a:buNone/>
              <a:defRPr b="1" sz="3049"/>
            </a:lvl9pPr>
          </a:lstStyle>
          <a:p/>
        </p:txBody>
      </p:sp>
      <p:sp>
        <p:nvSpPr>
          <p:cNvPr id="45" name="Google Shape;45;p8"/>
          <p:cNvSpPr txBox="1"/>
          <p:nvPr>
            <p:ph idx="4" type="body"/>
          </p:nvPr>
        </p:nvSpPr>
        <p:spPr>
          <a:xfrm>
            <a:off x="8851896" y="4395787"/>
            <a:ext cx="7702299" cy="7986215"/>
          </a:xfrm>
          <a:prstGeom prst="rect">
            <a:avLst/>
          </a:prstGeom>
          <a:noFill/>
          <a:ln>
            <a:noFill/>
          </a:ln>
        </p:spPr>
        <p:txBody>
          <a:bodyPr anchorCtr="0" anchor="t" bIns="45700" lIns="91425" spcFirstLastPara="1" rIns="91425" wrap="square" tIns="45700">
            <a:normAutofit/>
          </a:bodyPr>
          <a:lstStyle>
            <a:lvl1pPr indent="-519049" lvl="0" marL="457200" algn="l">
              <a:spcBef>
                <a:spcPts val="915"/>
              </a:spcBef>
              <a:spcAft>
                <a:spcPts val="0"/>
              </a:spcAft>
              <a:buClr>
                <a:schemeClr val="dk1"/>
              </a:buClr>
              <a:buSzPts val="4574"/>
              <a:buChar char="•"/>
              <a:defRPr sz="4574"/>
            </a:lvl1pPr>
            <a:lvl2pPr indent="-470599" lvl="1" marL="914400" algn="l">
              <a:spcBef>
                <a:spcPts val="762"/>
              </a:spcBef>
              <a:spcAft>
                <a:spcPts val="0"/>
              </a:spcAft>
              <a:buClr>
                <a:schemeClr val="dk1"/>
              </a:buClr>
              <a:buSzPts val="3811"/>
              <a:buChar char="–"/>
              <a:defRPr sz="3811"/>
            </a:lvl2pPr>
            <a:lvl3pPr indent="-446405" lvl="2" marL="1371600" algn="l">
              <a:spcBef>
                <a:spcPts val="686"/>
              </a:spcBef>
              <a:spcAft>
                <a:spcPts val="0"/>
              </a:spcAft>
              <a:buClr>
                <a:schemeClr val="dk1"/>
              </a:buClr>
              <a:buSzPts val="3430"/>
              <a:buChar char="•"/>
              <a:defRPr sz="3430"/>
            </a:lvl3pPr>
            <a:lvl4pPr indent="-422212" lvl="3" marL="1828800" algn="l">
              <a:spcBef>
                <a:spcPts val="610"/>
              </a:spcBef>
              <a:spcAft>
                <a:spcPts val="0"/>
              </a:spcAft>
              <a:buClr>
                <a:schemeClr val="dk1"/>
              </a:buClr>
              <a:buSzPts val="3049"/>
              <a:buChar char="–"/>
              <a:defRPr sz="3049"/>
            </a:lvl4pPr>
            <a:lvl5pPr indent="-422211" lvl="4" marL="2286000" algn="l">
              <a:spcBef>
                <a:spcPts val="610"/>
              </a:spcBef>
              <a:spcAft>
                <a:spcPts val="0"/>
              </a:spcAft>
              <a:buClr>
                <a:schemeClr val="dk1"/>
              </a:buClr>
              <a:buSzPts val="3049"/>
              <a:buChar char="»"/>
              <a:defRPr sz="3049"/>
            </a:lvl5pPr>
            <a:lvl6pPr indent="-422211" lvl="5" marL="2743200" algn="l">
              <a:spcBef>
                <a:spcPts val="610"/>
              </a:spcBef>
              <a:spcAft>
                <a:spcPts val="0"/>
              </a:spcAft>
              <a:buClr>
                <a:schemeClr val="dk1"/>
              </a:buClr>
              <a:buSzPts val="3049"/>
              <a:buChar char="•"/>
              <a:defRPr sz="3049"/>
            </a:lvl6pPr>
            <a:lvl7pPr indent="-422211" lvl="6" marL="3200400" algn="l">
              <a:spcBef>
                <a:spcPts val="610"/>
              </a:spcBef>
              <a:spcAft>
                <a:spcPts val="0"/>
              </a:spcAft>
              <a:buClr>
                <a:schemeClr val="dk1"/>
              </a:buClr>
              <a:buSzPts val="3049"/>
              <a:buChar char="•"/>
              <a:defRPr sz="3049"/>
            </a:lvl7pPr>
            <a:lvl8pPr indent="-422211" lvl="7" marL="3657600" algn="l">
              <a:spcBef>
                <a:spcPts val="610"/>
              </a:spcBef>
              <a:spcAft>
                <a:spcPts val="0"/>
              </a:spcAft>
              <a:buClr>
                <a:schemeClr val="dk1"/>
              </a:buClr>
              <a:buSzPts val="3049"/>
              <a:buChar char="•"/>
              <a:defRPr sz="3049"/>
            </a:lvl8pPr>
            <a:lvl9pPr indent="-422211" lvl="8" marL="4114800" algn="l">
              <a:spcBef>
                <a:spcPts val="610"/>
              </a:spcBef>
              <a:spcAft>
                <a:spcPts val="0"/>
              </a:spcAft>
              <a:buClr>
                <a:schemeClr val="dk1"/>
              </a:buClr>
              <a:buSzPts val="3049"/>
              <a:buChar char="•"/>
              <a:defRPr sz="3049"/>
            </a:lvl9pPr>
          </a:lstStyle>
          <a:p/>
        </p:txBody>
      </p:sp>
      <p:sp>
        <p:nvSpPr>
          <p:cNvPr id="46" name="Google Shape;46;p8"/>
          <p:cNvSpPr txBox="1"/>
          <p:nvPr>
            <p:ph idx="10" type="dt"/>
          </p:nvPr>
        </p:nvSpPr>
        <p:spPr>
          <a:xfrm>
            <a:off x="871274" y="12847249"/>
            <a:ext cx="4065942" cy="73797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8"/>
          <p:cNvSpPr txBox="1"/>
          <p:nvPr>
            <p:ph idx="11" type="ftr"/>
          </p:nvPr>
        </p:nvSpPr>
        <p:spPr>
          <a:xfrm>
            <a:off x="5953701" y="12847249"/>
            <a:ext cx="5518065" cy="73797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8"/>
          <p:cNvSpPr txBox="1"/>
          <p:nvPr>
            <p:ph idx="12" type="sldNum"/>
          </p:nvPr>
        </p:nvSpPr>
        <p:spPr>
          <a:xfrm>
            <a:off x="12488252" y="12847249"/>
            <a:ext cx="4065942" cy="737979"/>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9"/>
          <p:cNvSpPr txBox="1"/>
          <p:nvPr>
            <p:ph type="title"/>
          </p:nvPr>
        </p:nvSpPr>
        <p:spPr>
          <a:xfrm>
            <a:off x="871273" y="555089"/>
            <a:ext cx="15682921" cy="231019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9"/>
          <p:cNvSpPr txBox="1"/>
          <p:nvPr>
            <p:ph idx="10" type="dt"/>
          </p:nvPr>
        </p:nvSpPr>
        <p:spPr>
          <a:xfrm>
            <a:off x="871274" y="12847249"/>
            <a:ext cx="4065942" cy="73797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9"/>
          <p:cNvSpPr txBox="1"/>
          <p:nvPr>
            <p:ph idx="11" type="ftr"/>
          </p:nvPr>
        </p:nvSpPr>
        <p:spPr>
          <a:xfrm>
            <a:off x="5953701" y="12847249"/>
            <a:ext cx="5518065" cy="73797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9"/>
          <p:cNvSpPr txBox="1"/>
          <p:nvPr>
            <p:ph idx="12" type="sldNum"/>
          </p:nvPr>
        </p:nvSpPr>
        <p:spPr>
          <a:xfrm>
            <a:off x="12488252" y="12847249"/>
            <a:ext cx="4065942" cy="737979"/>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0"/>
          <p:cNvSpPr txBox="1"/>
          <p:nvPr>
            <p:ph type="title"/>
          </p:nvPr>
        </p:nvSpPr>
        <p:spPr>
          <a:xfrm>
            <a:off x="871274" y="551880"/>
            <a:ext cx="5732859" cy="234869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3811"/>
              <a:buFont typeface="Calibri"/>
              <a:buNone/>
              <a:defRPr b="1" sz="381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0"/>
          <p:cNvSpPr txBox="1"/>
          <p:nvPr>
            <p:ph idx="1" type="body"/>
          </p:nvPr>
        </p:nvSpPr>
        <p:spPr>
          <a:xfrm>
            <a:off x="6812874" y="551881"/>
            <a:ext cx="9741320" cy="11830122"/>
          </a:xfrm>
          <a:prstGeom prst="rect">
            <a:avLst/>
          </a:prstGeom>
          <a:noFill/>
          <a:ln>
            <a:noFill/>
          </a:ln>
        </p:spPr>
        <p:txBody>
          <a:bodyPr anchorCtr="0" anchor="t" bIns="45700" lIns="91425" spcFirstLastPara="1" rIns="91425" wrap="square" tIns="45700">
            <a:normAutofit/>
          </a:bodyPr>
          <a:lstStyle>
            <a:lvl1pPr indent="-615823" lvl="0" marL="457200" algn="l">
              <a:spcBef>
                <a:spcPts val="1220"/>
              </a:spcBef>
              <a:spcAft>
                <a:spcPts val="0"/>
              </a:spcAft>
              <a:buClr>
                <a:schemeClr val="dk1"/>
              </a:buClr>
              <a:buSzPts val="6098"/>
              <a:buChar char="•"/>
              <a:defRPr sz="6098"/>
            </a:lvl1pPr>
            <a:lvl2pPr indent="-567436" lvl="1" marL="914400" algn="l">
              <a:spcBef>
                <a:spcPts val="1067"/>
              </a:spcBef>
              <a:spcAft>
                <a:spcPts val="0"/>
              </a:spcAft>
              <a:buClr>
                <a:schemeClr val="dk1"/>
              </a:buClr>
              <a:buSzPts val="5336"/>
              <a:buChar char="–"/>
              <a:defRPr sz="5336"/>
            </a:lvl2pPr>
            <a:lvl3pPr indent="-519049" lvl="2" marL="1371600" algn="l">
              <a:spcBef>
                <a:spcPts val="915"/>
              </a:spcBef>
              <a:spcAft>
                <a:spcPts val="0"/>
              </a:spcAft>
              <a:buClr>
                <a:schemeClr val="dk1"/>
              </a:buClr>
              <a:buSzPts val="4574"/>
              <a:buChar char="•"/>
              <a:defRPr sz="4574"/>
            </a:lvl3pPr>
            <a:lvl4pPr indent="-470599" lvl="3" marL="1828800" algn="l">
              <a:spcBef>
                <a:spcPts val="762"/>
              </a:spcBef>
              <a:spcAft>
                <a:spcPts val="0"/>
              </a:spcAft>
              <a:buClr>
                <a:schemeClr val="dk1"/>
              </a:buClr>
              <a:buSzPts val="3811"/>
              <a:buChar char="–"/>
              <a:defRPr sz="3811"/>
            </a:lvl4pPr>
            <a:lvl5pPr indent="-470598" lvl="4" marL="2286000" algn="l">
              <a:spcBef>
                <a:spcPts val="762"/>
              </a:spcBef>
              <a:spcAft>
                <a:spcPts val="0"/>
              </a:spcAft>
              <a:buClr>
                <a:schemeClr val="dk1"/>
              </a:buClr>
              <a:buSzPts val="3811"/>
              <a:buChar char="»"/>
              <a:defRPr sz="3811"/>
            </a:lvl5pPr>
            <a:lvl6pPr indent="-470598" lvl="5" marL="2743200" algn="l">
              <a:spcBef>
                <a:spcPts val="762"/>
              </a:spcBef>
              <a:spcAft>
                <a:spcPts val="0"/>
              </a:spcAft>
              <a:buClr>
                <a:schemeClr val="dk1"/>
              </a:buClr>
              <a:buSzPts val="3811"/>
              <a:buChar char="•"/>
              <a:defRPr sz="3811"/>
            </a:lvl6pPr>
            <a:lvl7pPr indent="-470598" lvl="6" marL="3200400" algn="l">
              <a:spcBef>
                <a:spcPts val="762"/>
              </a:spcBef>
              <a:spcAft>
                <a:spcPts val="0"/>
              </a:spcAft>
              <a:buClr>
                <a:schemeClr val="dk1"/>
              </a:buClr>
              <a:buSzPts val="3811"/>
              <a:buChar char="•"/>
              <a:defRPr sz="3811"/>
            </a:lvl7pPr>
            <a:lvl8pPr indent="-470598" lvl="7" marL="3657600" algn="l">
              <a:spcBef>
                <a:spcPts val="762"/>
              </a:spcBef>
              <a:spcAft>
                <a:spcPts val="0"/>
              </a:spcAft>
              <a:buClr>
                <a:schemeClr val="dk1"/>
              </a:buClr>
              <a:buSzPts val="3811"/>
              <a:buChar char="•"/>
              <a:defRPr sz="3811"/>
            </a:lvl8pPr>
            <a:lvl9pPr indent="-470598" lvl="8" marL="4114800" algn="l">
              <a:spcBef>
                <a:spcPts val="762"/>
              </a:spcBef>
              <a:spcAft>
                <a:spcPts val="0"/>
              </a:spcAft>
              <a:buClr>
                <a:schemeClr val="dk1"/>
              </a:buClr>
              <a:buSzPts val="3811"/>
              <a:buChar char="•"/>
              <a:defRPr sz="3811"/>
            </a:lvl9pPr>
          </a:lstStyle>
          <a:p/>
        </p:txBody>
      </p:sp>
      <p:sp>
        <p:nvSpPr>
          <p:cNvPr id="57" name="Google Shape;57;p10"/>
          <p:cNvSpPr txBox="1"/>
          <p:nvPr>
            <p:ph idx="2" type="body"/>
          </p:nvPr>
        </p:nvSpPr>
        <p:spPr>
          <a:xfrm>
            <a:off x="871274" y="2900579"/>
            <a:ext cx="5732859" cy="9481424"/>
          </a:xfrm>
          <a:prstGeom prst="rect">
            <a:avLst/>
          </a:prstGeom>
          <a:noFill/>
          <a:ln>
            <a:noFill/>
          </a:ln>
        </p:spPr>
        <p:txBody>
          <a:bodyPr anchorCtr="0" anchor="t" bIns="45700" lIns="91425" spcFirstLastPara="1" rIns="91425" wrap="square" tIns="45700">
            <a:normAutofit/>
          </a:bodyPr>
          <a:lstStyle>
            <a:lvl1pPr indent="-228600" lvl="0" marL="457200" algn="l">
              <a:spcBef>
                <a:spcPts val="534"/>
              </a:spcBef>
              <a:spcAft>
                <a:spcPts val="0"/>
              </a:spcAft>
              <a:buClr>
                <a:schemeClr val="dk1"/>
              </a:buClr>
              <a:buSzPts val="2668"/>
              <a:buNone/>
              <a:defRPr sz="2668"/>
            </a:lvl1pPr>
            <a:lvl2pPr indent="-228600" lvl="1" marL="914400" algn="l">
              <a:spcBef>
                <a:spcPts val="457"/>
              </a:spcBef>
              <a:spcAft>
                <a:spcPts val="0"/>
              </a:spcAft>
              <a:buClr>
                <a:schemeClr val="dk1"/>
              </a:buClr>
              <a:buSzPts val="2287"/>
              <a:buNone/>
              <a:defRPr sz="2287"/>
            </a:lvl2pPr>
            <a:lvl3pPr indent="-228600" lvl="2" marL="1371600" algn="l">
              <a:spcBef>
                <a:spcPts val="381"/>
              </a:spcBef>
              <a:spcAft>
                <a:spcPts val="0"/>
              </a:spcAft>
              <a:buClr>
                <a:schemeClr val="dk1"/>
              </a:buClr>
              <a:buSzPts val="1906"/>
              <a:buNone/>
              <a:defRPr sz="1906"/>
            </a:lvl3pPr>
            <a:lvl4pPr indent="-228600" lvl="3" marL="1828800" algn="l">
              <a:spcBef>
                <a:spcPts val="343"/>
              </a:spcBef>
              <a:spcAft>
                <a:spcPts val="0"/>
              </a:spcAft>
              <a:buClr>
                <a:schemeClr val="dk1"/>
              </a:buClr>
              <a:buSzPts val="1715"/>
              <a:buNone/>
              <a:defRPr sz="1715"/>
            </a:lvl4pPr>
            <a:lvl5pPr indent="-228600" lvl="4" marL="2286000" algn="l">
              <a:spcBef>
                <a:spcPts val="343"/>
              </a:spcBef>
              <a:spcAft>
                <a:spcPts val="0"/>
              </a:spcAft>
              <a:buClr>
                <a:schemeClr val="dk1"/>
              </a:buClr>
              <a:buSzPts val="1715"/>
              <a:buNone/>
              <a:defRPr sz="1715"/>
            </a:lvl5pPr>
            <a:lvl6pPr indent="-228600" lvl="5" marL="2743200" algn="l">
              <a:spcBef>
                <a:spcPts val="343"/>
              </a:spcBef>
              <a:spcAft>
                <a:spcPts val="0"/>
              </a:spcAft>
              <a:buClr>
                <a:schemeClr val="dk1"/>
              </a:buClr>
              <a:buSzPts val="1715"/>
              <a:buNone/>
              <a:defRPr sz="1715"/>
            </a:lvl6pPr>
            <a:lvl7pPr indent="-228600" lvl="6" marL="3200400" algn="l">
              <a:spcBef>
                <a:spcPts val="343"/>
              </a:spcBef>
              <a:spcAft>
                <a:spcPts val="0"/>
              </a:spcAft>
              <a:buClr>
                <a:schemeClr val="dk1"/>
              </a:buClr>
              <a:buSzPts val="1715"/>
              <a:buNone/>
              <a:defRPr sz="1715"/>
            </a:lvl7pPr>
            <a:lvl8pPr indent="-228600" lvl="7" marL="3657600" algn="l">
              <a:spcBef>
                <a:spcPts val="343"/>
              </a:spcBef>
              <a:spcAft>
                <a:spcPts val="0"/>
              </a:spcAft>
              <a:buClr>
                <a:schemeClr val="dk1"/>
              </a:buClr>
              <a:buSzPts val="1715"/>
              <a:buNone/>
              <a:defRPr sz="1715"/>
            </a:lvl8pPr>
            <a:lvl9pPr indent="-228600" lvl="8" marL="4114800" algn="l">
              <a:spcBef>
                <a:spcPts val="343"/>
              </a:spcBef>
              <a:spcAft>
                <a:spcPts val="0"/>
              </a:spcAft>
              <a:buClr>
                <a:schemeClr val="dk1"/>
              </a:buClr>
              <a:buSzPts val="1715"/>
              <a:buNone/>
              <a:defRPr sz="1715"/>
            </a:lvl9pPr>
          </a:lstStyle>
          <a:p/>
        </p:txBody>
      </p:sp>
      <p:sp>
        <p:nvSpPr>
          <p:cNvPr id="58" name="Google Shape;58;p10"/>
          <p:cNvSpPr txBox="1"/>
          <p:nvPr>
            <p:ph idx="10" type="dt"/>
          </p:nvPr>
        </p:nvSpPr>
        <p:spPr>
          <a:xfrm>
            <a:off x="871274" y="12847249"/>
            <a:ext cx="4065942" cy="73797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0"/>
          <p:cNvSpPr txBox="1"/>
          <p:nvPr>
            <p:ph idx="11" type="ftr"/>
          </p:nvPr>
        </p:nvSpPr>
        <p:spPr>
          <a:xfrm>
            <a:off x="5953701" y="12847249"/>
            <a:ext cx="5518065" cy="73797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0"/>
          <p:cNvSpPr txBox="1"/>
          <p:nvPr>
            <p:ph idx="12" type="sldNum"/>
          </p:nvPr>
        </p:nvSpPr>
        <p:spPr>
          <a:xfrm>
            <a:off x="12488252" y="12847249"/>
            <a:ext cx="4065942" cy="737979"/>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1"/>
          <p:cNvSpPr txBox="1"/>
          <p:nvPr>
            <p:ph type="title"/>
          </p:nvPr>
        </p:nvSpPr>
        <p:spPr>
          <a:xfrm>
            <a:off x="3415514" y="9702817"/>
            <a:ext cx="10455280" cy="1145472"/>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3811"/>
              <a:buFont typeface="Calibri"/>
              <a:buNone/>
              <a:defRPr b="1" sz="381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1"/>
          <p:cNvSpPr/>
          <p:nvPr>
            <p:ph idx="2" type="pic"/>
          </p:nvPr>
        </p:nvSpPr>
        <p:spPr>
          <a:xfrm>
            <a:off x="3415514" y="1238521"/>
            <a:ext cx="10455280" cy="8316700"/>
          </a:xfrm>
          <a:prstGeom prst="rect">
            <a:avLst/>
          </a:prstGeom>
          <a:noFill/>
          <a:ln>
            <a:noFill/>
          </a:ln>
        </p:spPr>
      </p:sp>
      <p:sp>
        <p:nvSpPr>
          <p:cNvPr id="64" name="Google Shape;64;p11"/>
          <p:cNvSpPr txBox="1"/>
          <p:nvPr>
            <p:ph idx="1" type="body"/>
          </p:nvPr>
        </p:nvSpPr>
        <p:spPr>
          <a:xfrm>
            <a:off x="3415514" y="10848290"/>
            <a:ext cx="10455280" cy="1626761"/>
          </a:xfrm>
          <a:prstGeom prst="rect">
            <a:avLst/>
          </a:prstGeom>
          <a:noFill/>
          <a:ln>
            <a:noFill/>
          </a:ln>
        </p:spPr>
        <p:txBody>
          <a:bodyPr anchorCtr="0" anchor="t" bIns="45700" lIns="91425" spcFirstLastPara="1" rIns="91425" wrap="square" tIns="45700">
            <a:normAutofit/>
          </a:bodyPr>
          <a:lstStyle>
            <a:lvl1pPr indent="-228600" lvl="0" marL="457200" algn="l">
              <a:spcBef>
                <a:spcPts val="534"/>
              </a:spcBef>
              <a:spcAft>
                <a:spcPts val="0"/>
              </a:spcAft>
              <a:buClr>
                <a:schemeClr val="dk1"/>
              </a:buClr>
              <a:buSzPts val="2668"/>
              <a:buNone/>
              <a:defRPr sz="2668"/>
            </a:lvl1pPr>
            <a:lvl2pPr indent="-228600" lvl="1" marL="914400" algn="l">
              <a:spcBef>
                <a:spcPts val="457"/>
              </a:spcBef>
              <a:spcAft>
                <a:spcPts val="0"/>
              </a:spcAft>
              <a:buClr>
                <a:schemeClr val="dk1"/>
              </a:buClr>
              <a:buSzPts val="2287"/>
              <a:buNone/>
              <a:defRPr sz="2287"/>
            </a:lvl2pPr>
            <a:lvl3pPr indent="-228600" lvl="2" marL="1371600" algn="l">
              <a:spcBef>
                <a:spcPts val="381"/>
              </a:spcBef>
              <a:spcAft>
                <a:spcPts val="0"/>
              </a:spcAft>
              <a:buClr>
                <a:schemeClr val="dk1"/>
              </a:buClr>
              <a:buSzPts val="1906"/>
              <a:buNone/>
              <a:defRPr sz="1906"/>
            </a:lvl3pPr>
            <a:lvl4pPr indent="-228600" lvl="3" marL="1828800" algn="l">
              <a:spcBef>
                <a:spcPts val="343"/>
              </a:spcBef>
              <a:spcAft>
                <a:spcPts val="0"/>
              </a:spcAft>
              <a:buClr>
                <a:schemeClr val="dk1"/>
              </a:buClr>
              <a:buSzPts val="1715"/>
              <a:buNone/>
              <a:defRPr sz="1715"/>
            </a:lvl4pPr>
            <a:lvl5pPr indent="-228600" lvl="4" marL="2286000" algn="l">
              <a:spcBef>
                <a:spcPts val="343"/>
              </a:spcBef>
              <a:spcAft>
                <a:spcPts val="0"/>
              </a:spcAft>
              <a:buClr>
                <a:schemeClr val="dk1"/>
              </a:buClr>
              <a:buSzPts val="1715"/>
              <a:buNone/>
              <a:defRPr sz="1715"/>
            </a:lvl5pPr>
            <a:lvl6pPr indent="-228600" lvl="5" marL="2743200" algn="l">
              <a:spcBef>
                <a:spcPts val="343"/>
              </a:spcBef>
              <a:spcAft>
                <a:spcPts val="0"/>
              </a:spcAft>
              <a:buClr>
                <a:schemeClr val="dk1"/>
              </a:buClr>
              <a:buSzPts val="1715"/>
              <a:buNone/>
              <a:defRPr sz="1715"/>
            </a:lvl6pPr>
            <a:lvl7pPr indent="-228600" lvl="6" marL="3200400" algn="l">
              <a:spcBef>
                <a:spcPts val="343"/>
              </a:spcBef>
              <a:spcAft>
                <a:spcPts val="0"/>
              </a:spcAft>
              <a:buClr>
                <a:schemeClr val="dk1"/>
              </a:buClr>
              <a:buSzPts val="1715"/>
              <a:buNone/>
              <a:defRPr sz="1715"/>
            </a:lvl7pPr>
            <a:lvl8pPr indent="-228600" lvl="7" marL="3657600" algn="l">
              <a:spcBef>
                <a:spcPts val="343"/>
              </a:spcBef>
              <a:spcAft>
                <a:spcPts val="0"/>
              </a:spcAft>
              <a:buClr>
                <a:schemeClr val="dk1"/>
              </a:buClr>
              <a:buSzPts val="1715"/>
              <a:buNone/>
              <a:defRPr sz="1715"/>
            </a:lvl8pPr>
            <a:lvl9pPr indent="-228600" lvl="8" marL="4114800" algn="l">
              <a:spcBef>
                <a:spcPts val="343"/>
              </a:spcBef>
              <a:spcAft>
                <a:spcPts val="0"/>
              </a:spcAft>
              <a:buClr>
                <a:schemeClr val="dk1"/>
              </a:buClr>
              <a:buSzPts val="1715"/>
              <a:buNone/>
              <a:defRPr sz="1715"/>
            </a:lvl9pPr>
          </a:lstStyle>
          <a:p/>
        </p:txBody>
      </p:sp>
      <p:sp>
        <p:nvSpPr>
          <p:cNvPr id="65" name="Google Shape;65;p11"/>
          <p:cNvSpPr txBox="1"/>
          <p:nvPr>
            <p:ph idx="10" type="dt"/>
          </p:nvPr>
        </p:nvSpPr>
        <p:spPr>
          <a:xfrm>
            <a:off x="871274" y="12847249"/>
            <a:ext cx="4065942" cy="73797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1"/>
          <p:cNvSpPr txBox="1"/>
          <p:nvPr>
            <p:ph idx="11" type="ftr"/>
          </p:nvPr>
        </p:nvSpPr>
        <p:spPr>
          <a:xfrm>
            <a:off x="5953701" y="12847249"/>
            <a:ext cx="5518065" cy="73797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1"/>
          <p:cNvSpPr txBox="1"/>
          <p:nvPr>
            <p:ph idx="12" type="sldNum"/>
          </p:nvPr>
        </p:nvSpPr>
        <p:spPr>
          <a:xfrm>
            <a:off x="12488252" y="12847249"/>
            <a:ext cx="4065942" cy="737979"/>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2"/>
          <p:cNvSpPr txBox="1"/>
          <p:nvPr>
            <p:ph type="title"/>
          </p:nvPr>
        </p:nvSpPr>
        <p:spPr>
          <a:xfrm>
            <a:off x="871273" y="555089"/>
            <a:ext cx="15682921" cy="231019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2"/>
          <p:cNvSpPr txBox="1"/>
          <p:nvPr>
            <p:ph idx="1" type="body"/>
          </p:nvPr>
        </p:nvSpPr>
        <p:spPr>
          <a:xfrm rot="5400000">
            <a:off x="4138869" y="-33322"/>
            <a:ext cx="9147730" cy="15682921"/>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2"/>
          <p:cNvSpPr txBox="1"/>
          <p:nvPr>
            <p:ph idx="10" type="dt"/>
          </p:nvPr>
        </p:nvSpPr>
        <p:spPr>
          <a:xfrm>
            <a:off x="871274" y="12847249"/>
            <a:ext cx="4065942" cy="73797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2"/>
          <p:cNvSpPr txBox="1"/>
          <p:nvPr>
            <p:ph idx="11" type="ftr"/>
          </p:nvPr>
        </p:nvSpPr>
        <p:spPr>
          <a:xfrm>
            <a:off x="5953701" y="12847249"/>
            <a:ext cx="5518065" cy="73797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2"/>
          <p:cNvSpPr txBox="1"/>
          <p:nvPr>
            <p:ph idx="12" type="sldNum"/>
          </p:nvPr>
        </p:nvSpPr>
        <p:spPr>
          <a:xfrm>
            <a:off x="12488252" y="12847249"/>
            <a:ext cx="4065942" cy="737979"/>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3"/>
          <p:cNvSpPr txBox="1"/>
          <p:nvPr>
            <p:ph type="title"/>
          </p:nvPr>
        </p:nvSpPr>
        <p:spPr>
          <a:xfrm rot="5400000">
            <a:off x="8680373" y="4508182"/>
            <a:ext cx="11826913" cy="392073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3"/>
          <p:cNvSpPr txBox="1"/>
          <p:nvPr>
            <p:ph idx="1" type="body"/>
          </p:nvPr>
        </p:nvSpPr>
        <p:spPr>
          <a:xfrm rot="5400000">
            <a:off x="693699" y="732664"/>
            <a:ext cx="11826913" cy="11471766"/>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3"/>
          <p:cNvSpPr txBox="1"/>
          <p:nvPr>
            <p:ph idx="10" type="dt"/>
          </p:nvPr>
        </p:nvSpPr>
        <p:spPr>
          <a:xfrm>
            <a:off x="871274" y="12847249"/>
            <a:ext cx="4065942" cy="737979"/>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3"/>
          <p:cNvSpPr txBox="1"/>
          <p:nvPr>
            <p:ph idx="11" type="ftr"/>
          </p:nvPr>
        </p:nvSpPr>
        <p:spPr>
          <a:xfrm>
            <a:off x="5953701" y="12847249"/>
            <a:ext cx="5518065" cy="737979"/>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3"/>
          <p:cNvSpPr txBox="1"/>
          <p:nvPr>
            <p:ph idx="12" type="sldNum"/>
          </p:nvPr>
        </p:nvSpPr>
        <p:spPr>
          <a:xfrm>
            <a:off x="12488252" y="12847249"/>
            <a:ext cx="4065942" cy="737979"/>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871273" y="555089"/>
            <a:ext cx="15682921" cy="2310195"/>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8385"/>
              <a:buFont typeface="Calibri"/>
              <a:buNone/>
              <a:defRPr b="0" i="0" sz="8385"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
          <p:cNvSpPr txBox="1"/>
          <p:nvPr>
            <p:ph idx="1" type="body"/>
          </p:nvPr>
        </p:nvSpPr>
        <p:spPr>
          <a:xfrm>
            <a:off x="871273" y="3234273"/>
            <a:ext cx="15682921" cy="9147730"/>
          </a:xfrm>
          <a:prstGeom prst="rect">
            <a:avLst/>
          </a:prstGeom>
          <a:noFill/>
          <a:ln>
            <a:noFill/>
          </a:ln>
        </p:spPr>
        <p:txBody>
          <a:bodyPr anchorCtr="0" anchor="t" bIns="45700" lIns="91425" spcFirstLastPara="1" rIns="91425" wrap="square" tIns="45700">
            <a:normAutofit/>
          </a:bodyPr>
          <a:lstStyle>
            <a:lvl1pPr indent="-615823" lvl="0" marL="457200" marR="0" rtl="0" algn="l">
              <a:spcBef>
                <a:spcPts val="1220"/>
              </a:spcBef>
              <a:spcAft>
                <a:spcPts val="0"/>
              </a:spcAft>
              <a:buClr>
                <a:schemeClr val="dk1"/>
              </a:buClr>
              <a:buSzPts val="6098"/>
              <a:buFont typeface="Arial"/>
              <a:buChar char="•"/>
              <a:defRPr b="0" i="0" sz="6098" u="none" cap="none" strike="noStrike">
                <a:solidFill>
                  <a:schemeClr val="dk1"/>
                </a:solidFill>
                <a:latin typeface="Calibri"/>
                <a:ea typeface="Calibri"/>
                <a:cs typeface="Calibri"/>
                <a:sym typeface="Calibri"/>
              </a:defRPr>
            </a:lvl1pPr>
            <a:lvl2pPr indent="-567436" lvl="1" marL="914400" marR="0" rtl="0" algn="l">
              <a:spcBef>
                <a:spcPts val="1067"/>
              </a:spcBef>
              <a:spcAft>
                <a:spcPts val="0"/>
              </a:spcAft>
              <a:buClr>
                <a:schemeClr val="dk1"/>
              </a:buClr>
              <a:buSzPts val="5336"/>
              <a:buFont typeface="Arial"/>
              <a:buChar char="–"/>
              <a:defRPr b="0" i="0" sz="5336" u="none" cap="none" strike="noStrike">
                <a:solidFill>
                  <a:schemeClr val="dk1"/>
                </a:solidFill>
                <a:latin typeface="Calibri"/>
                <a:ea typeface="Calibri"/>
                <a:cs typeface="Calibri"/>
                <a:sym typeface="Calibri"/>
              </a:defRPr>
            </a:lvl2pPr>
            <a:lvl3pPr indent="-519049" lvl="2" marL="1371600" marR="0" rtl="0" algn="l">
              <a:spcBef>
                <a:spcPts val="915"/>
              </a:spcBef>
              <a:spcAft>
                <a:spcPts val="0"/>
              </a:spcAft>
              <a:buClr>
                <a:schemeClr val="dk1"/>
              </a:buClr>
              <a:buSzPts val="4574"/>
              <a:buFont typeface="Arial"/>
              <a:buChar char="•"/>
              <a:defRPr b="0" i="0" sz="4574" u="none" cap="none" strike="noStrike">
                <a:solidFill>
                  <a:schemeClr val="dk1"/>
                </a:solidFill>
                <a:latin typeface="Calibri"/>
                <a:ea typeface="Calibri"/>
                <a:cs typeface="Calibri"/>
                <a:sym typeface="Calibri"/>
              </a:defRPr>
            </a:lvl3pPr>
            <a:lvl4pPr indent="-470599" lvl="3" marL="1828800" marR="0" rtl="0" algn="l">
              <a:spcBef>
                <a:spcPts val="762"/>
              </a:spcBef>
              <a:spcAft>
                <a:spcPts val="0"/>
              </a:spcAft>
              <a:buClr>
                <a:schemeClr val="dk1"/>
              </a:buClr>
              <a:buSzPts val="3811"/>
              <a:buFont typeface="Arial"/>
              <a:buChar char="–"/>
              <a:defRPr b="0" i="0" sz="3811" u="none" cap="none" strike="noStrike">
                <a:solidFill>
                  <a:schemeClr val="dk1"/>
                </a:solidFill>
                <a:latin typeface="Calibri"/>
                <a:ea typeface="Calibri"/>
                <a:cs typeface="Calibri"/>
                <a:sym typeface="Calibri"/>
              </a:defRPr>
            </a:lvl4pPr>
            <a:lvl5pPr indent="-470598" lvl="4" marL="2286000" marR="0" rtl="0" algn="l">
              <a:spcBef>
                <a:spcPts val="762"/>
              </a:spcBef>
              <a:spcAft>
                <a:spcPts val="0"/>
              </a:spcAft>
              <a:buClr>
                <a:schemeClr val="dk1"/>
              </a:buClr>
              <a:buSzPts val="3811"/>
              <a:buFont typeface="Arial"/>
              <a:buChar char="»"/>
              <a:defRPr b="0" i="0" sz="3811" u="none" cap="none" strike="noStrike">
                <a:solidFill>
                  <a:schemeClr val="dk1"/>
                </a:solidFill>
                <a:latin typeface="Calibri"/>
                <a:ea typeface="Calibri"/>
                <a:cs typeface="Calibri"/>
                <a:sym typeface="Calibri"/>
              </a:defRPr>
            </a:lvl5pPr>
            <a:lvl6pPr indent="-470598" lvl="5" marL="2743200" marR="0" rtl="0" algn="l">
              <a:spcBef>
                <a:spcPts val="762"/>
              </a:spcBef>
              <a:spcAft>
                <a:spcPts val="0"/>
              </a:spcAft>
              <a:buClr>
                <a:schemeClr val="dk1"/>
              </a:buClr>
              <a:buSzPts val="3811"/>
              <a:buFont typeface="Arial"/>
              <a:buChar char="•"/>
              <a:defRPr b="0" i="0" sz="3811" u="none" cap="none" strike="noStrike">
                <a:solidFill>
                  <a:schemeClr val="dk1"/>
                </a:solidFill>
                <a:latin typeface="Calibri"/>
                <a:ea typeface="Calibri"/>
                <a:cs typeface="Calibri"/>
                <a:sym typeface="Calibri"/>
              </a:defRPr>
            </a:lvl6pPr>
            <a:lvl7pPr indent="-470598" lvl="6" marL="3200400" marR="0" rtl="0" algn="l">
              <a:spcBef>
                <a:spcPts val="762"/>
              </a:spcBef>
              <a:spcAft>
                <a:spcPts val="0"/>
              </a:spcAft>
              <a:buClr>
                <a:schemeClr val="dk1"/>
              </a:buClr>
              <a:buSzPts val="3811"/>
              <a:buFont typeface="Arial"/>
              <a:buChar char="•"/>
              <a:defRPr b="0" i="0" sz="3811" u="none" cap="none" strike="noStrike">
                <a:solidFill>
                  <a:schemeClr val="dk1"/>
                </a:solidFill>
                <a:latin typeface="Calibri"/>
                <a:ea typeface="Calibri"/>
                <a:cs typeface="Calibri"/>
                <a:sym typeface="Calibri"/>
              </a:defRPr>
            </a:lvl7pPr>
            <a:lvl8pPr indent="-470598" lvl="7" marL="3657600" marR="0" rtl="0" algn="l">
              <a:spcBef>
                <a:spcPts val="762"/>
              </a:spcBef>
              <a:spcAft>
                <a:spcPts val="0"/>
              </a:spcAft>
              <a:buClr>
                <a:schemeClr val="dk1"/>
              </a:buClr>
              <a:buSzPts val="3811"/>
              <a:buFont typeface="Arial"/>
              <a:buChar char="•"/>
              <a:defRPr b="0" i="0" sz="3811" u="none" cap="none" strike="noStrike">
                <a:solidFill>
                  <a:schemeClr val="dk1"/>
                </a:solidFill>
                <a:latin typeface="Calibri"/>
                <a:ea typeface="Calibri"/>
                <a:cs typeface="Calibri"/>
                <a:sym typeface="Calibri"/>
              </a:defRPr>
            </a:lvl8pPr>
            <a:lvl9pPr indent="-470598" lvl="8" marL="4114800" marR="0" rtl="0" algn="l">
              <a:spcBef>
                <a:spcPts val="762"/>
              </a:spcBef>
              <a:spcAft>
                <a:spcPts val="0"/>
              </a:spcAft>
              <a:buClr>
                <a:schemeClr val="dk1"/>
              </a:buClr>
              <a:buSzPts val="3811"/>
              <a:buFont typeface="Arial"/>
              <a:buChar char="•"/>
              <a:defRPr b="0" i="0" sz="3811" u="none" cap="none" strike="noStrike">
                <a:solidFill>
                  <a:schemeClr val="dk1"/>
                </a:solidFill>
                <a:latin typeface="Calibri"/>
                <a:ea typeface="Calibri"/>
                <a:cs typeface="Calibri"/>
                <a:sym typeface="Calibri"/>
              </a:defRPr>
            </a:lvl9pPr>
          </a:lstStyle>
          <a:p/>
        </p:txBody>
      </p:sp>
      <p:sp>
        <p:nvSpPr>
          <p:cNvPr id="8" name="Google Shape;8;p2"/>
          <p:cNvSpPr txBox="1"/>
          <p:nvPr>
            <p:ph idx="10" type="dt"/>
          </p:nvPr>
        </p:nvSpPr>
        <p:spPr>
          <a:xfrm>
            <a:off x="871274" y="12847249"/>
            <a:ext cx="4065942" cy="737979"/>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2287"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3552"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3552"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3552"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3552"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3552"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3552"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3552"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3552" u="none" cap="none" strike="noStrike">
                <a:solidFill>
                  <a:schemeClr val="dk1"/>
                </a:solidFill>
                <a:latin typeface="Calibri"/>
                <a:ea typeface="Calibri"/>
                <a:cs typeface="Calibri"/>
                <a:sym typeface="Calibri"/>
              </a:defRPr>
            </a:lvl9pPr>
          </a:lstStyle>
          <a:p/>
        </p:txBody>
      </p:sp>
      <p:sp>
        <p:nvSpPr>
          <p:cNvPr id="9" name="Google Shape;9;p2"/>
          <p:cNvSpPr txBox="1"/>
          <p:nvPr>
            <p:ph idx="11" type="ftr"/>
          </p:nvPr>
        </p:nvSpPr>
        <p:spPr>
          <a:xfrm>
            <a:off x="5953701" y="12847249"/>
            <a:ext cx="5518065" cy="737979"/>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2287"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3552"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3552"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3552"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3552"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3552"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3552"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3552"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3552" u="none" cap="none" strike="noStrike">
                <a:solidFill>
                  <a:schemeClr val="dk1"/>
                </a:solidFill>
                <a:latin typeface="Calibri"/>
                <a:ea typeface="Calibri"/>
                <a:cs typeface="Calibri"/>
                <a:sym typeface="Calibri"/>
              </a:defRPr>
            </a:lvl9pPr>
          </a:lstStyle>
          <a:p/>
        </p:txBody>
      </p:sp>
      <p:sp>
        <p:nvSpPr>
          <p:cNvPr id="10" name="Google Shape;10;p2"/>
          <p:cNvSpPr txBox="1"/>
          <p:nvPr>
            <p:ph idx="12" type="sldNum"/>
          </p:nvPr>
        </p:nvSpPr>
        <p:spPr>
          <a:xfrm>
            <a:off x="12488252" y="12847249"/>
            <a:ext cx="4065942" cy="737979"/>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2287" u="none" cap="none" strike="noStrike">
                <a:solidFill>
                  <a:srgbClr val="888888"/>
                </a:solidFill>
                <a:latin typeface="Calibri"/>
                <a:ea typeface="Calibri"/>
                <a:cs typeface="Calibri"/>
                <a:sym typeface="Calibri"/>
              </a:defRPr>
            </a:lvl1pPr>
            <a:lvl2pPr indent="0" lvl="1" marL="0" marR="0" rtl="0" algn="r">
              <a:spcBef>
                <a:spcPts val="0"/>
              </a:spcBef>
              <a:buNone/>
              <a:defRPr b="0" i="0" sz="2287" u="none" cap="none" strike="noStrike">
                <a:solidFill>
                  <a:srgbClr val="888888"/>
                </a:solidFill>
                <a:latin typeface="Calibri"/>
                <a:ea typeface="Calibri"/>
                <a:cs typeface="Calibri"/>
                <a:sym typeface="Calibri"/>
              </a:defRPr>
            </a:lvl2pPr>
            <a:lvl3pPr indent="0" lvl="2" marL="0" marR="0" rtl="0" algn="r">
              <a:spcBef>
                <a:spcPts val="0"/>
              </a:spcBef>
              <a:buNone/>
              <a:defRPr b="0" i="0" sz="2287" u="none" cap="none" strike="noStrike">
                <a:solidFill>
                  <a:srgbClr val="888888"/>
                </a:solidFill>
                <a:latin typeface="Calibri"/>
                <a:ea typeface="Calibri"/>
                <a:cs typeface="Calibri"/>
                <a:sym typeface="Calibri"/>
              </a:defRPr>
            </a:lvl3pPr>
            <a:lvl4pPr indent="0" lvl="3" marL="0" marR="0" rtl="0" algn="r">
              <a:spcBef>
                <a:spcPts val="0"/>
              </a:spcBef>
              <a:buNone/>
              <a:defRPr b="0" i="0" sz="2287" u="none" cap="none" strike="noStrike">
                <a:solidFill>
                  <a:srgbClr val="888888"/>
                </a:solidFill>
                <a:latin typeface="Calibri"/>
                <a:ea typeface="Calibri"/>
                <a:cs typeface="Calibri"/>
                <a:sym typeface="Calibri"/>
              </a:defRPr>
            </a:lvl4pPr>
            <a:lvl5pPr indent="0" lvl="4" marL="0" marR="0" rtl="0" algn="r">
              <a:spcBef>
                <a:spcPts val="0"/>
              </a:spcBef>
              <a:buNone/>
              <a:defRPr b="0" i="0" sz="2287" u="none" cap="none" strike="noStrike">
                <a:solidFill>
                  <a:srgbClr val="888888"/>
                </a:solidFill>
                <a:latin typeface="Calibri"/>
                <a:ea typeface="Calibri"/>
                <a:cs typeface="Calibri"/>
                <a:sym typeface="Calibri"/>
              </a:defRPr>
            </a:lvl5pPr>
            <a:lvl6pPr indent="0" lvl="5" marL="0" marR="0" rtl="0" algn="r">
              <a:spcBef>
                <a:spcPts val="0"/>
              </a:spcBef>
              <a:buNone/>
              <a:defRPr b="0" i="0" sz="2287" u="none" cap="none" strike="noStrike">
                <a:solidFill>
                  <a:srgbClr val="888888"/>
                </a:solidFill>
                <a:latin typeface="Calibri"/>
                <a:ea typeface="Calibri"/>
                <a:cs typeface="Calibri"/>
                <a:sym typeface="Calibri"/>
              </a:defRPr>
            </a:lvl6pPr>
            <a:lvl7pPr indent="0" lvl="6" marL="0" marR="0" rtl="0" algn="r">
              <a:spcBef>
                <a:spcPts val="0"/>
              </a:spcBef>
              <a:buNone/>
              <a:defRPr b="0" i="0" sz="2287" u="none" cap="none" strike="noStrike">
                <a:solidFill>
                  <a:srgbClr val="888888"/>
                </a:solidFill>
                <a:latin typeface="Calibri"/>
                <a:ea typeface="Calibri"/>
                <a:cs typeface="Calibri"/>
                <a:sym typeface="Calibri"/>
              </a:defRPr>
            </a:lvl7pPr>
            <a:lvl8pPr indent="0" lvl="7" marL="0" marR="0" rtl="0" algn="r">
              <a:spcBef>
                <a:spcPts val="0"/>
              </a:spcBef>
              <a:buNone/>
              <a:defRPr b="0" i="0" sz="2287" u="none" cap="none" strike="noStrike">
                <a:solidFill>
                  <a:srgbClr val="888888"/>
                </a:solidFill>
                <a:latin typeface="Calibri"/>
                <a:ea typeface="Calibri"/>
                <a:cs typeface="Calibri"/>
                <a:sym typeface="Calibri"/>
              </a:defRPr>
            </a:lvl8pPr>
            <a:lvl9pPr indent="0" lvl="8" marL="0" marR="0" rtl="0" algn="r">
              <a:spcBef>
                <a:spcPts val="0"/>
              </a:spcBef>
              <a:buNone/>
              <a:defRPr b="0" i="0" sz="2287"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1.png"/><Relationship Id="rId7"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4F37"/>
        </a:solidFill>
      </p:bgPr>
    </p:bg>
    <p:spTree>
      <p:nvGrpSpPr>
        <p:cNvPr id="83" name="Shape 83"/>
        <p:cNvGrpSpPr/>
        <p:nvPr/>
      </p:nvGrpSpPr>
      <p:grpSpPr>
        <a:xfrm>
          <a:off x="0" y="0"/>
          <a:ext cx="0" cy="0"/>
          <a:chOff x="0" y="0"/>
          <a:chExt cx="0" cy="0"/>
        </a:xfrm>
      </p:grpSpPr>
      <p:grpSp>
        <p:nvGrpSpPr>
          <p:cNvPr id="84" name="Google Shape;84;p1"/>
          <p:cNvGrpSpPr/>
          <p:nvPr/>
        </p:nvGrpSpPr>
        <p:grpSpPr>
          <a:xfrm>
            <a:off x="-234721" y="36273035"/>
            <a:ext cx="29324843" cy="6968084"/>
            <a:chOff x="0" y="-47625"/>
            <a:chExt cx="3032124" cy="655203"/>
          </a:xfrm>
        </p:grpSpPr>
        <p:sp>
          <p:nvSpPr>
            <p:cNvPr id="85" name="Google Shape;85;p1"/>
            <p:cNvSpPr/>
            <p:nvPr/>
          </p:nvSpPr>
          <p:spPr>
            <a:xfrm>
              <a:off x="0" y="0"/>
              <a:ext cx="3032124" cy="607578"/>
            </a:xfrm>
            <a:custGeom>
              <a:rect b="b" l="l" r="r" t="t"/>
              <a:pathLst>
                <a:path extrusionOk="0" h="607578" w="3032124">
                  <a:moveTo>
                    <a:pt x="0" y="0"/>
                  </a:moveTo>
                  <a:lnTo>
                    <a:pt x="3032124" y="0"/>
                  </a:lnTo>
                  <a:lnTo>
                    <a:pt x="3032124" y="607578"/>
                  </a:lnTo>
                  <a:lnTo>
                    <a:pt x="0" y="607578"/>
                  </a:lnTo>
                  <a:close/>
                </a:path>
              </a:pathLst>
            </a:custGeom>
            <a:solidFill>
              <a:srgbClr val="10E6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6769">
                <a:solidFill>
                  <a:schemeClr val="dk1"/>
                </a:solidFill>
                <a:latin typeface="Calibri"/>
                <a:ea typeface="Calibri"/>
                <a:cs typeface="Calibri"/>
                <a:sym typeface="Calibri"/>
              </a:endParaRPr>
            </a:p>
          </p:txBody>
        </p:sp>
        <p:sp>
          <p:nvSpPr>
            <p:cNvPr id="86" name="Google Shape;86;p1"/>
            <p:cNvSpPr txBox="1"/>
            <p:nvPr/>
          </p:nvSpPr>
          <p:spPr>
            <a:xfrm>
              <a:off x="0" y="-47625"/>
              <a:ext cx="3032124" cy="655203"/>
            </a:xfrm>
            <a:prstGeom prst="rect">
              <a:avLst/>
            </a:prstGeom>
            <a:noFill/>
            <a:ln>
              <a:noFill/>
            </a:ln>
          </p:spPr>
          <p:txBody>
            <a:bodyPr anchorCtr="0" anchor="ctr" bIns="88925" lIns="88925" spcFirstLastPara="1" rIns="88925" wrap="square" tIns="88925">
              <a:noAutofit/>
            </a:bodyPr>
            <a:lstStyle/>
            <a:p>
              <a:pPr indent="0" lvl="0" marL="0" marR="0" rtl="0" algn="ctr">
                <a:lnSpc>
                  <a:spcPct val="112217"/>
                </a:lnSpc>
                <a:spcBef>
                  <a:spcPts val="0"/>
                </a:spcBef>
                <a:spcAft>
                  <a:spcPts val="0"/>
                </a:spcAft>
                <a:buNone/>
              </a:pPr>
              <a:r>
                <a:t/>
              </a:r>
              <a:endParaRPr sz="6769">
                <a:solidFill>
                  <a:schemeClr val="dk1"/>
                </a:solidFill>
                <a:latin typeface="Calibri"/>
                <a:ea typeface="Calibri"/>
                <a:cs typeface="Calibri"/>
                <a:sym typeface="Calibri"/>
              </a:endParaRPr>
            </a:p>
          </p:txBody>
        </p:sp>
      </p:grpSp>
      <p:sp>
        <p:nvSpPr>
          <p:cNvPr id="87" name="Google Shape;87;p1"/>
          <p:cNvSpPr/>
          <p:nvPr/>
        </p:nvSpPr>
        <p:spPr>
          <a:xfrm>
            <a:off x="3163237" y="34829695"/>
            <a:ext cx="22769151" cy="14311010"/>
          </a:xfrm>
          <a:custGeom>
            <a:rect b="b" l="l" r="r" t="t"/>
            <a:pathLst>
              <a:path extrusionOk="0" h="7509691" w="11948094">
                <a:moveTo>
                  <a:pt x="0" y="0"/>
                </a:moveTo>
                <a:lnTo>
                  <a:pt x="11948094" y="0"/>
                </a:lnTo>
                <a:lnTo>
                  <a:pt x="11948094" y="7509692"/>
                </a:lnTo>
                <a:lnTo>
                  <a:pt x="0" y="7509692"/>
                </a:lnTo>
                <a:lnTo>
                  <a:pt x="0" y="0"/>
                </a:lnTo>
                <a:close/>
              </a:path>
            </a:pathLst>
          </a:custGeom>
          <a:blipFill rotWithShape="1">
            <a:blip r:embed="rId3">
              <a:alphaModFix/>
            </a:blip>
            <a:stretch>
              <a:fillRect b="-48958"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6769">
              <a:solidFill>
                <a:schemeClr val="dk1"/>
              </a:solidFill>
              <a:latin typeface="Calibri"/>
              <a:ea typeface="Calibri"/>
              <a:cs typeface="Calibri"/>
              <a:sym typeface="Calibri"/>
            </a:endParaRPr>
          </a:p>
        </p:txBody>
      </p:sp>
      <p:grpSp>
        <p:nvGrpSpPr>
          <p:cNvPr id="88" name="Google Shape;88;p1"/>
          <p:cNvGrpSpPr/>
          <p:nvPr/>
        </p:nvGrpSpPr>
        <p:grpSpPr>
          <a:xfrm>
            <a:off x="-234720" y="28800364"/>
            <a:ext cx="29304069" cy="9759747"/>
            <a:chOff x="0" y="-47625"/>
            <a:chExt cx="3163653" cy="917701"/>
          </a:xfrm>
        </p:grpSpPr>
        <p:sp>
          <p:nvSpPr>
            <p:cNvPr id="89" name="Google Shape;89;p1"/>
            <p:cNvSpPr/>
            <p:nvPr/>
          </p:nvSpPr>
          <p:spPr>
            <a:xfrm>
              <a:off x="0" y="0"/>
              <a:ext cx="3163653" cy="870076"/>
            </a:xfrm>
            <a:custGeom>
              <a:rect b="b" l="l" r="r" t="t"/>
              <a:pathLst>
                <a:path extrusionOk="0" h="870076" w="3163653">
                  <a:moveTo>
                    <a:pt x="0" y="0"/>
                  </a:moveTo>
                  <a:lnTo>
                    <a:pt x="3163653" y="0"/>
                  </a:lnTo>
                  <a:lnTo>
                    <a:pt x="3163653" y="870076"/>
                  </a:lnTo>
                  <a:lnTo>
                    <a:pt x="0" y="870076"/>
                  </a:lnTo>
                  <a:close/>
                </a:path>
              </a:pathLst>
            </a:custGeom>
            <a:solidFill>
              <a:srgbClr val="044F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6769">
                <a:solidFill>
                  <a:schemeClr val="dk1"/>
                </a:solidFill>
                <a:latin typeface="Calibri"/>
                <a:ea typeface="Calibri"/>
                <a:cs typeface="Calibri"/>
                <a:sym typeface="Calibri"/>
              </a:endParaRPr>
            </a:p>
          </p:txBody>
        </p:sp>
        <p:sp>
          <p:nvSpPr>
            <p:cNvPr id="90" name="Google Shape;90;p1"/>
            <p:cNvSpPr txBox="1"/>
            <p:nvPr/>
          </p:nvSpPr>
          <p:spPr>
            <a:xfrm>
              <a:off x="0" y="-47625"/>
              <a:ext cx="3163653" cy="917701"/>
            </a:xfrm>
            <a:prstGeom prst="rect">
              <a:avLst/>
            </a:prstGeom>
            <a:noFill/>
            <a:ln>
              <a:noFill/>
            </a:ln>
          </p:spPr>
          <p:txBody>
            <a:bodyPr anchorCtr="0" anchor="ctr" bIns="88925" lIns="88925" spcFirstLastPara="1" rIns="88925" wrap="square" tIns="88925">
              <a:noAutofit/>
            </a:bodyPr>
            <a:lstStyle/>
            <a:p>
              <a:pPr indent="0" lvl="0" marL="0" marR="0" rtl="0" algn="l">
                <a:lnSpc>
                  <a:spcPct val="112217"/>
                </a:lnSpc>
                <a:spcBef>
                  <a:spcPts val="0"/>
                </a:spcBef>
                <a:spcAft>
                  <a:spcPts val="0"/>
                </a:spcAft>
                <a:buNone/>
              </a:pPr>
              <a:r>
                <a:t/>
              </a:r>
              <a:endParaRPr sz="6769">
                <a:solidFill>
                  <a:schemeClr val="dk1"/>
                </a:solidFill>
                <a:latin typeface="Calibri"/>
                <a:ea typeface="Calibri"/>
                <a:cs typeface="Calibri"/>
                <a:sym typeface="Calibri"/>
              </a:endParaRPr>
            </a:p>
          </p:txBody>
        </p:sp>
      </p:grpSp>
      <p:grpSp>
        <p:nvGrpSpPr>
          <p:cNvPr id="91" name="Google Shape;91;p1"/>
          <p:cNvGrpSpPr/>
          <p:nvPr/>
        </p:nvGrpSpPr>
        <p:grpSpPr>
          <a:xfrm>
            <a:off x="-234719" y="21010291"/>
            <a:ext cx="29324842" cy="9460531"/>
            <a:chOff x="0" y="-47625"/>
            <a:chExt cx="3225442" cy="889566"/>
          </a:xfrm>
        </p:grpSpPr>
        <p:sp>
          <p:nvSpPr>
            <p:cNvPr id="92" name="Google Shape;92;p1"/>
            <p:cNvSpPr/>
            <p:nvPr/>
          </p:nvSpPr>
          <p:spPr>
            <a:xfrm>
              <a:off x="0" y="0"/>
              <a:ext cx="3225442" cy="841941"/>
            </a:xfrm>
            <a:custGeom>
              <a:rect b="b" l="l" r="r" t="t"/>
              <a:pathLst>
                <a:path extrusionOk="0" h="841941" w="3225442">
                  <a:moveTo>
                    <a:pt x="0" y="0"/>
                  </a:moveTo>
                  <a:lnTo>
                    <a:pt x="3225442" y="0"/>
                  </a:lnTo>
                  <a:lnTo>
                    <a:pt x="3225442" y="841941"/>
                  </a:lnTo>
                  <a:lnTo>
                    <a:pt x="0" y="841941"/>
                  </a:lnTo>
                  <a:close/>
                </a:path>
              </a:pathLst>
            </a:custGeom>
            <a:solidFill>
              <a:srgbClr val="02332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6769">
                <a:solidFill>
                  <a:schemeClr val="dk1"/>
                </a:solidFill>
                <a:latin typeface="Calibri"/>
                <a:ea typeface="Calibri"/>
                <a:cs typeface="Calibri"/>
                <a:sym typeface="Calibri"/>
              </a:endParaRPr>
            </a:p>
          </p:txBody>
        </p:sp>
        <p:sp>
          <p:nvSpPr>
            <p:cNvPr id="93" name="Google Shape;93;p1"/>
            <p:cNvSpPr txBox="1"/>
            <p:nvPr/>
          </p:nvSpPr>
          <p:spPr>
            <a:xfrm>
              <a:off x="0" y="-47625"/>
              <a:ext cx="3225442" cy="889566"/>
            </a:xfrm>
            <a:prstGeom prst="rect">
              <a:avLst/>
            </a:prstGeom>
            <a:noFill/>
            <a:ln>
              <a:noFill/>
            </a:ln>
          </p:spPr>
          <p:txBody>
            <a:bodyPr anchorCtr="0" anchor="ctr" bIns="88925" lIns="88925" spcFirstLastPara="1" rIns="88925" wrap="square" tIns="88925">
              <a:noAutofit/>
            </a:bodyPr>
            <a:lstStyle/>
            <a:p>
              <a:pPr indent="0" lvl="0" marL="0" marR="0" rtl="0" algn="ctr">
                <a:lnSpc>
                  <a:spcPct val="112217"/>
                </a:lnSpc>
                <a:spcBef>
                  <a:spcPts val="0"/>
                </a:spcBef>
                <a:spcAft>
                  <a:spcPts val="0"/>
                </a:spcAft>
                <a:buNone/>
              </a:pPr>
              <a:r>
                <a:t/>
              </a:r>
              <a:endParaRPr sz="6769">
                <a:solidFill>
                  <a:schemeClr val="dk1"/>
                </a:solidFill>
                <a:latin typeface="Calibri"/>
                <a:ea typeface="Calibri"/>
                <a:cs typeface="Calibri"/>
                <a:sym typeface="Calibri"/>
              </a:endParaRPr>
            </a:p>
          </p:txBody>
        </p:sp>
      </p:grpSp>
      <p:grpSp>
        <p:nvGrpSpPr>
          <p:cNvPr id="94" name="Google Shape;94;p1"/>
          <p:cNvGrpSpPr/>
          <p:nvPr/>
        </p:nvGrpSpPr>
        <p:grpSpPr>
          <a:xfrm>
            <a:off x="-234720" y="15561373"/>
            <a:ext cx="29304069" cy="8372962"/>
            <a:chOff x="0" y="-47625"/>
            <a:chExt cx="3032124" cy="787302"/>
          </a:xfrm>
        </p:grpSpPr>
        <p:sp>
          <p:nvSpPr>
            <p:cNvPr id="95" name="Google Shape;95;p1"/>
            <p:cNvSpPr/>
            <p:nvPr/>
          </p:nvSpPr>
          <p:spPr>
            <a:xfrm>
              <a:off x="0" y="0"/>
              <a:ext cx="3032124" cy="739677"/>
            </a:xfrm>
            <a:custGeom>
              <a:rect b="b" l="l" r="r" t="t"/>
              <a:pathLst>
                <a:path extrusionOk="0" h="739677" w="3032124">
                  <a:moveTo>
                    <a:pt x="0" y="0"/>
                  </a:moveTo>
                  <a:lnTo>
                    <a:pt x="3032124" y="0"/>
                  </a:lnTo>
                  <a:lnTo>
                    <a:pt x="3032124" y="739677"/>
                  </a:lnTo>
                  <a:lnTo>
                    <a:pt x="0" y="739677"/>
                  </a:lnTo>
                  <a:close/>
                </a:path>
              </a:pathLst>
            </a:custGeom>
            <a:solidFill>
              <a:srgbClr val="0B9E6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6769">
                <a:solidFill>
                  <a:schemeClr val="dk1"/>
                </a:solidFill>
                <a:latin typeface="Calibri"/>
                <a:ea typeface="Calibri"/>
                <a:cs typeface="Calibri"/>
                <a:sym typeface="Calibri"/>
              </a:endParaRPr>
            </a:p>
          </p:txBody>
        </p:sp>
        <p:sp>
          <p:nvSpPr>
            <p:cNvPr id="96" name="Google Shape;96;p1"/>
            <p:cNvSpPr txBox="1"/>
            <p:nvPr/>
          </p:nvSpPr>
          <p:spPr>
            <a:xfrm>
              <a:off x="0" y="-47625"/>
              <a:ext cx="3032124" cy="787302"/>
            </a:xfrm>
            <a:prstGeom prst="rect">
              <a:avLst/>
            </a:prstGeom>
            <a:noFill/>
            <a:ln>
              <a:noFill/>
            </a:ln>
          </p:spPr>
          <p:txBody>
            <a:bodyPr anchorCtr="0" anchor="ctr" bIns="88925" lIns="88925" spcFirstLastPara="1" rIns="88925" wrap="square" tIns="88925">
              <a:noAutofit/>
            </a:bodyPr>
            <a:lstStyle/>
            <a:p>
              <a:pPr indent="0" lvl="0" marL="0" marR="0" rtl="0" algn="ctr">
                <a:lnSpc>
                  <a:spcPct val="112217"/>
                </a:lnSpc>
                <a:spcBef>
                  <a:spcPts val="0"/>
                </a:spcBef>
                <a:spcAft>
                  <a:spcPts val="0"/>
                </a:spcAft>
                <a:buNone/>
              </a:pPr>
              <a:r>
                <a:t/>
              </a:r>
              <a:endParaRPr sz="6769">
                <a:solidFill>
                  <a:schemeClr val="dk1"/>
                </a:solidFill>
                <a:latin typeface="Calibri"/>
                <a:ea typeface="Calibri"/>
                <a:cs typeface="Calibri"/>
                <a:sym typeface="Calibri"/>
              </a:endParaRPr>
            </a:p>
          </p:txBody>
        </p:sp>
      </p:grpSp>
      <p:grpSp>
        <p:nvGrpSpPr>
          <p:cNvPr id="97" name="Google Shape;97;p1"/>
          <p:cNvGrpSpPr/>
          <p:nvPr/>
        </p:nvGrpSpPr>
        <p:grpSpPr>
          <a:xfrm>
            <a:off x="-234719" y="6854247"/>
            <a:ext cx="29303943" cy="9226118"/>
            <a:chOff x="0" y="-47625"/>
            <a:chExt cx="3218728" cy="867524"/>
          </a:xfrm>
        </p:grpSpPr>
        <p:sp>
          <p:nvSpPr>
            <p:cNvPr id="98" name="Google Shape;98;p1"/>
            <p:cNvSpPr/>
            <p:nvPr/>
          </p:nvSpPr>
          <p:spPr>
            <a:xfrm>
              <a:off x="0" y="0"/>
              <a:ext cx="3218728" cy="819899"/>
            </a:xfrm>
            <a:custGeom>
              <a:rect b="b" l="l" r="r" t="t"/>
              <a:pathLst>
                <a:path extrusionOk="0" h="819899" w="3218728">
                  <a:moveTo>
                    <a:pt x="0" y="0"/>
                  </a:moveTo>
                  <a:lnTo>
                    <a:pt x="3218728" y="0"/>
                  </a:lnTo>
                  <a:lnTo>
                    <a:pt x="3218728" y="819899"/>
                  </a:lnTo>
                  <a:lnTo>
                    <a:pt x="0" y="819899"/>
                  </a:lnTo>
                  <a:close/>
                </a:path>
              </a:pathLst>
            </a:custGeom>
            <a:solidFill>
              <a:srgbClr val="07734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6769">
                <a:solidFill>
                  <a:schemeClr val="dk1"/>
                </a:solidFill>
                <a:latin typeface="Calibri"/>
                <a:ea typeface="Calibri"/>
                <a:cs typeface="Calibri"/>
                <a:sym typeface="Calibri"/>
              </a:endParaRPr>
            </a:p>
          </p:txBody>
        </p:sp>
        <p:sp>
          <p:nvSpPr>
            <p:cNvPr id="99" name="Google Shape;99;p1"/>
            <p:cNvSpPr txBox="1"/>
            <p:nvPr/>
          </p:nvSpPr>
          <p:spPr>
            <a:xfrm>
              <a:off x="0" y="-47625"/>
              <a:ext cx="3218728" cy="867524"/>
            </a:xfrm>
            <a:prstGeom prst="rect">
              <a:avLst/>
            </a:prstGeom>
            <a:noFill/>
            <a:ln>
              <a:noFill/>
            </a:ln>
          </p:spPr>
          <p:txBody>
            <a:bodyPr anchorCtr="0" anchor="ctr" bIns="88925" lIns="88925" spcFirstLastPara="1" rIns="88925" wrap="square" tIns="88925">
              <a:noAutofit/>
            </a:bodyPr>
            <a:lstStyle/>
            <a:p>
              <a:pPr indent="0" lvl="0" marL="0" marR="0" rtl="0" algn="ctr">
                <a:lnSpc>
                  <a:spcPct val="112217"/>
                </a:lnSpc>
                <a:spcBef>
                  <a:spcPts val="0"/>
                </a:spcBef>
                <a:spcAft>
                  <a:spcPts val="0"/>
                </a:spcAft>
                <a:buNone/>
              </a:pPr>
              <a:r>
                <a:t/>
              </a:r>
              <a:endParaRPr sz="6769">
                <a:solidFill>
                  <a:schemeClr val="dk1"/>
                </a:solidFill>
                <a:latin typeface="Calibri"/>
                <a:ea typeface="Calibri"/>
                <a:cs typeface="Calibri"/>
                <a:sym typeface="Calibri"/>
              </a:endParaRPr>
            </a:p>
          </p:txBody>
        </p:sp>
      </p:grpSp>
      <p:grpSp>
        <p:nvGrpSpPr>
          <p:cNvPr id="100" name="Google Shape;100;p1"/>
          <p:cNvGrpSpPr/>
          <p:nvPr/>
        </p:nvGrpSpPr>
        <p:grpSpPr>
          <a:xfrm>
            <a:off x="-234719" y="-573881"/>
            <a:ext cx="29324841" cy="9050021"/>
            <a:chOff x="0" y="-47625"/>
            <a:chExt cx="2755436" cy="850966"/>
          </a:xfrm>
        </p:grpSpPr>
        <p:sp>
          <p:nvSpPr>
            <p:cNvPr id="101" name="Google Shape;101;p1"/>
            <p:cNvSpPr/>
            <p:nvPr/>
          </p:nvSpPr>
          <p:spPr>
            <a:xfrm>
              <a:off x="0" y="0"/>
              <a:ext cx="2755436" cy="803341"/>
            </a:xfrm>
            <a:custGeom>
              <a:rect b="b" l="l" r="r" t="t"/>
              <a:pathLst>
                <a:path extrusionOk="0" h="803341" w="2755436">
                  <a:moveTo>
                    <a:pt x="0" y="0"/>
                  </a:moveTo>
                  <a:lnTo>
                    <a:pt x="2755436" y="0"/>
                  </a:lnTo>
                  <a:lnTo>
                    <a:pt x="2755436" y="803341"/>
                  </a:lnTo>
                  <a:lnTo>
                    <a:pt x="0" y="803341"/>
                  </a:lnTo>
                  <a:close/>
                </a:path>
              </a:pathLst>
            </a:custGeom>
            <a:solidFill>
              <a:srgbClr val="10E6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6769">
                <a:solidFill>
                  <a:schemeClr val="dk1"/>
                </a:solidFill>
                <a:latin typeface="Calibri"/>
                <a:ea typeface="Calibri"/>
                <a:cs typeface="Calibri"/>
                <a:sym typeface="Calibri"/>
              </a:endParaRPr>
            </a:p>
          </p:txBody>
        </p:sp>
        <p:sp>
          <p:nvSpPr>
            <p:cNvPr id="102" name="Google Shape;102;p1"/>
            <p:cNvSpPr txBox="1"/>
            <p:nvPr/>
          </p:nvSpPr>
          <p:spPr>
            <a:xfrm>
              <a:off x="0" y="-47625"/>
              <a:ext cx="2755436" cy="850966"/>
            </a:xfrm>
            <a:prstGeom prst="rect">
              <a:avLst/>
            </a:prstGeom>
            <a:noFill/>
            <a:ln>
              <a:noFill/>
            </a:ln>
          </p:spPr>
          <p:txBody>
            <a:bodyPr anchorCtr="0" anchor="ctr" bIns="88925" lIns="88925" spcFirstLastPara="1" rIns="88925" wrap="square" tIns="88925">
              <a:noAutofit/>
            </a:bodyPr>
            <a:lstStyle/>
            <a:p>
              <a:pPr indent="0" lvl="0" marL="0" marR="0" rtl="0" algn="ctr">
                <a:lnSpc>
                  <a:spcPct val="112217"/>
                </a:lnSpc>
                <a:spcBef>
                  <a:spcPts val="0"/>
                </a:spcBef>
                <a:spcAft>
                  <a:spcPts val="0"/>
                </a:spcAft>
                <a:buNone/>
              </a:pPr>
              <a:r>
                <a:t/>
              </a:r>
              <a:endParaRPr sz="6769">
                <a:solidFill>
                  <a:schemeClr val="dk1"/>
                </a:solidFill>
                <a:latin typeface="Calibri"/>
                <a:ea typeface="Calibri"/>
                <a:cs typeface="Calibri"/>
                <a:sym typeface="Calibri"/>
              </a:endParaRPr>
            </a:p>
          </p:txBody>
        </p:sp>
      </p:grpSp>
      <p:grpSp>
        <p:nvGrpSpPr>
          <p:cNvPr id="103" name="Google Shape;103;p1"/>
          <p:cNvGrpSpPr/>
          <p:nvPr/>
        </p:nvGrpSpPr>
        <p:grpSpPr>
          <a:xfrm rot="-5400000">
            <a:off x="10939017" y="13420436"/>
            <a:ext cx="20731171" cy="13057756"/>
            <a:chOff x="0" y="-47625"/>
            <a:chExt cx="1922704" cy="1224620"/>
          </a:xfrm>
        </p:grpSpPr>
        <p:sp>
          <p:nvSpPr>
            <p:cNvPr id="104" name="Google Shape;104;p1"/>
            <p:cNvSpPr/>
            <p:nvPr/>
          </p:nvSpPr>
          <p:spPr>
            <a:xfrm>
              <a:off x="0" y="0"/>
              <a:ext cx="1922704" cy="1176995"/>
            </a:xfrm>
            <a:custGeom>
              <a:rect b="b" l="l" r="r" t="t"/>
              <a:pathLst>
                <a:path extrusionOk="0" h="1176995" w="1922704">
                  <a:moveTo>
                    <a:pt x="0" y="0"/>
                  </a:moveTo>
                  <a:lnTo>
                    <a:pt x="1922704" y="0"/>
                  </a:lnTo>
                  <a:lnTo>
                    <a:pt x="1922704" y="1176995"/>
                  </a:lnTo>
                  <a:lnTo>
                    <a:pt x="0" y="1176995"/>
                  </a:lnTo>
                  <a:close/>
                </a:path>
              </a:pathLst>
            </a:custGeom>
            <a:solidFill>
              <a:srgbClr val="FFFFFF"/>
            </a:solidFill>
            <a:ln cap="sq" cmpd="sng" w="190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6769">
                <a:solidFill>
                  <a:schemeClr val="dk1"/>
                </a:solidFill>
                <a:latin typeface="Calibri"/>
                <a:ea typeface="Calibri"/>
                <a:cs typeface="Calibri"/>
                <a:sym typeface="Calibri"/>
              </a:endParaRPr>
            </a:p>
          </p:txBody>
        </p:sp>
        <p:sp>
          <p:nvSpPr>
            <p:cNvPr id="105" name="Google Shape;105;p1"/>
            <p:cNvSpPr txBox="1"/>
            <p:nvPr/>
          </p:nvSpPr>
          <p:spPr>
            <a:xfrm>
              <a:off x="0" y="-47625"/>
              <a:ext cx="1922704" cy="1224620"/>
            </a:xfrm>
            <a:prstGeom prst="rect">
              <a:avLst/>
            </a:prstGeom>
            <a:noFill/>
            <a:ln>
              <a:noFill/>
            </a:ln>
          </p:spPr>
          <p:txBody>
            <a:bodyPr anchorCtr="0" anchor="ctr" bIns="89000" lIns="89000" spcFirstLastPara="1" rIns="89000" wrap="square" tIns="89000">
              <a:noAutofit/>
            </a:bodyPr>
            <a:lstStyle/>
            <a:p>
              <a:pPr indent="0" lvl="0" marL="0" marR="0" rtl="0" algn="ctr">
                <a:lnSpc>
                  <a:spcPct val="112217"/>
                </a:lnSpc>
                <a:spcBef>
                  <a:spcPts val="0"/>
                </a:spcBef>
                <a:spcAft>
                  <a:spcPts val="0"/>
                </a:spcAft>
                <a:buNone/>
              </a:pPr>
              <a:r>
                <a:t/>
              </a:r>
              <a:endParaRPr sz="6769">
                <a:solidFill>
                  <a:schemeClr val="dk1"/>
                </a:solidFill>
                <a:latin typeface="Calibri"/>
                <a:ea typeface="Calibri"/>
                <a:cs typeface="Calibri"/>
                <a:sym typeface="Calibri"/>
              </a:endParaRPr>
            </a:p>
          </p:txBody>
        </p:sp>
      </p:grpSp>
      <p:grpSp>
        <p:nvGrpSpPr>
          <p:cNvPr id="106" name="Google Shape;106;p1"/>
          <p:cNvGrpSpPr/>
          <p:nvPr/>
        </p:nvGrpSpPr>
        <p:grpSpPr>
          <a:xfrm>
            <a:off x="927175" y="30011224"/>
            <a:ext cx="13848535" cy="8372959"/>
            <a:chOff x="0" y="-47625"/>
            <a:chExt cx="1302166" cy="868357"/>
          </a:xfrm>
        </p:grpSpPr>
        <p:sp>
          <p:nvSpPr>
            <p:cNvPr id="107" name="Google Shape;107;p1"/>
            <p:cNvSpPr/>
            <p:nvPr/>
          </p:nvSpPr>
          <p:spPr>
            <a:xfrm>
              <a:off x="0" y="0"/>
              <a:ext cx="1302166" cy="820732"/>
            </a:xfrm>
            <a:custGeom>
              <a:rect b="b" l="l" r="r" t="t"/>
              <a:pathLst>
                <a:path extrusionOk="0" h="820732" w="1302166">
                  <a:moveTo>
                    <a:pt x="0" y="0"/>
                  </a:moveTo>
                  <a:lnTo>
                    <a:pt x="1302166" y="0"/>
                  </a:lnTo>
                  <a:lnTo>
                    <a:pt x="1302166" y="820732"/>
                  </a:lnTo>
                  <a:lnTo>
                    <a:pt x="0" y="820732"/>
                  </a:lnTo>
                  <a:close/>
                </a:path>
              </a:pathLst>
            </a:custGeom>
            <a:solidFill>
              <a:srgbClr val="FFFFFF"/>
            </a:solidFill>
            <a:ln cap="sq" cmpd="sng" w="190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6769">
                <a:solidFill>
                  <a:schemeClr val="dk1"/>
                </a:solidFill>
                <a:latin typeface="Calibri"/>
                <a:ea typeface="Calibri"/>
                <a:cs typeface="Calibri"/>
                <a:sym typeface="Calibri"/>
              </a:endParaRPr>
            </a:p>
          </p:txBody>
        </p:sp>
        <p:sp>
          <p:nvSpPr>
            <p:cNvPr id="108" name="Google Shape;108;p1"/>
            <p:cNvSpPr txBox="1"/>
            <p:nvPr/>
          </p:nvSpPr>
          <p:spPr>
            <a:xfrm>
              <a:off x="0" y="-47625"/>
              <a:ext cx="1302166" cy="868357"/>
            </a:xfrm>
            <a:prstGeom prst="rect">
              <a:avLst/>
            </a:prstGeom>
            <a:noFill/>
            <a:ln>
              <a:noFill/>
            </a:ln>
          </p:spPr>
          <p:txBody>
            <a:bodyPr anchorCtr="0" anchor="ctr" bIns="88925" lIns="88925" spcFirstLastPara="1" rIns="88925" wrap="square" tIns="88925">
              <a:noAutofit/>
            </a:bodyPr>
            <a:lstStyle/>
            <a:p>
              <a:pPr indent="0" lvl="0" marL="0" marR="0" rtl="0" algn="ctr">
                <a:lnSpc>
                  <a:spcPct val="112217"/>
                </a:lnSpc>
                <a:spcBef>
                  <a:spcPts val="0"/>
                </a:spcBef>
                <a:spcAft>
                  <a:spcPts val="0"/>
                </a:spcAft>
                <a:buNone/>
              </a:pPr>
              <a:r>
                <a:t/>
              </a:r>
              <a:endParaRPr sz="6769">
                <a:solidFill>
                  <a:schemeClr val="dk1"/>
                </a:solidFill>
                <a:latin typeface="Calibri"/>
                <a:ea typeface="Calibri"/>
                <a:cs typeface="Calibri"/>
                <a:sym typeface="Calibri"/>
              </a:endParaRPr>
            </a:p>
          </p:txBody>
        </p:sp>
      </p:grpSp>
      <p:grpSp>
        <p:nvGrpSpPr>
          <p:cNvPr id="109" name="Google Shape;109;p1"/>
          <p:cNvGrpSpPr/>
          <p:nvPr/>
        </p:nvGrpSpPr>
        <p:grpSpPr>
          <a:xfrm>
            <a:off x="15289000" y="30011233"/>
            <a:ext cx="12527629" cy="8372803"/>
            <a:chOff x="0" y="-314078"/>
            <a:chExt cx="8764870" cy="5685342"/>
          </a:xfrm>
        </p:grpSpPr>
        <p:grpSp>
          <p:nvGrpSpPr>
            <p:cNvPr id="110" name="Google Shape;110;p1"/>
            <p:cNvGrpSpPr/>
            <p:nvPr/>
          </p:nvGrpSpPr>
          <p:grpSpPr>
            <a:xfrm>
              <a:off x="0" y="-314078"/>
              <a:ext cx="8764870" cy="5685342"/>
              <a:chOff x="0" y="-47625"/>
              <a:chExt cx="1329056" cy="862094"/>
            </a:xfrm>
          </p:grpSpPr>
          <p:sp>
            <p:nvSpPr>
              <p:cNvPr id="111" name="Google Shape;111;p1"/>
              <p:cNvSpPr/>
              <p:nvPr/>
            </p:nvSpPr>
            <p:spPr>
              <a:xfrm>
                <a:off x="0" y="0"/>
                <a:ext cx="1329056" cy="814469"/>
              </a:xfrm>
              <a:custGeom>
                <a:rect b="b" l="l" r="r" t="t"/>
                <a:pathLst>
                  <a:path extrusionOk="0" h="814469" w="1329056">
                    <a:moveTo>
                      <a:pt x="0" y="0"/>
                    </a:moveTo>
                    <a:lnTo>
                      <a:pt x="1329056" y="0"/>
                    </a:lnTo>
                    <a:lnTo>
                      <a:pt x="1329056" y="814469"/>
                    </a:lnTo>
                    <a:lnTo>
                      <a:pt x="0" y="814469"/>
                    </a:lnTo>
                    <a:close/>
                  </a:path>
                </a:pathLst>
              </a:custGeom>
              <a:solidFill>
                <a:srgbClr val="FFFFFF"/>
              </a:solidFill>
              <a:ln cap="sq" cmpd="sng" w="190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6769">
                  <a:solidFill>
                    <a:schemeClr val="dk1"/>
                  </a:solidFill>
                  <a:latin typeface="Calibri"/>
                  <a:ea typeface="Calibri"/>
                  <a:cs typeface="Calibri"/>
                  <a:sym typeface="Calibri"/>
                </a:endParaRPr>
              </a:p>
            </p:txBody>
          </p:sp>
          <p:sp>
            <p:nvSpPr>
              <p:cNvPr id="112" name="Google Shape;112;p1"/>
              <p:cNvSpPr txBox="1"/>
              <p:nvPr/>
            </p:nvSpPr>
            <p:spPr>
              <a:xfrm>
                <a:off x="0" y="-47625"/>
                <a:ext cx="1329056" cy="862094"/>
              </a:xfrm>
              <a:prstGeom prst="rect">
                <a:avLst/>
              </a:prstGeom>
              <a:noFill/>
              <a:ln>
                <a:noFill/>
              </a:ln>
            </p:spPr>
            <p:txBody>
              <a:bodyPr anchorCtr="0" anchor="ctr" bIns="96800" lIns="96800" spcFirstLastPara="1" rIns="96800" wrap="square" tIns="96800">
                <a:noAutofit/>
              </a:bodyPr>
              <a:lstStyle/>
              <a:p>
                <a:pPr indent="0" lvl="0" marL="0" marR="0" rtl="0" algn="ctr">
                  <a:lnSpc>
                    <a:spcPct val="112217"/>
                  </a:lnSpc>
                  <a:spcBef>
                    <a:spcPts val="0"/>
                  </a:spcBef>
                  <a:spcAft>
                    <a:spcPts val="0"/>
                  </a:spcAft>
                  <a:buNone/>
                </a:pPr>
                <a:r>
                  <a:t/>
                </a:r>
                <a:endParaRPr sz="6769">
                  <a:solidFill>
                    <a:schemeClr val="dk1"/>
                  </a:solidFill>
                  <a:latin typeface="Calibri"/>
                  <a:ea typeface="Calibri"/>
                  <a:cs typeface="Calibri"/>
                  <a:sym typeface="Calibri"/>
                </a:endParaRPr>
              </a:p>
            </p:txBody>
          </p:sp>
        </p:grpSp>
        <p:sp>
          <p:nvSpPr>
            <p:cNvPr id="113" name="Google Shape;113;p1"/>
            <p:cNvSpPr txBox="1"/>
            <p:nvPr/>
          </p:nvSpPr>
          <p:spPr>
            <a:xfrm>
              <a:off x="1064599" y="235141"/>
              <a:ext cx="6635700" cy="497700"/>
            </a:xfrm>
            <a:prstGeom prst="rect">
              <a:avLst/>
            </a:prstGeom>
            <a:noFill/>
            <a:ln>
              <a:noFill/>
            </a:ln>
          </p:spPr>
          <p:txBody>
            <a:bodyPr anchorCtr="0" anchor="t" bIns="0" lIns="0" spcFirstLastPara="1" rIns="0" wrap="square" tIns="0">
              <a:spAutoFit/>
            </a:bodyPr>
            <a:lstStyle/>
            <a:p>
              <a:pPr indent="0" lvl="0" marL="0" marR="0" rtl="0" algn="ctr">
                <a:lnSpc>
                  <a:spcPct val="101007"/>
                </a:lnSpc>
                <a:spcBef>
                  <a:spcPts val="0"/>
                </a:spcBef>
                <a:spcAft>
                  <a:spcPts val="0"/>
                </a:spcAft>
                <a:buNone/>
              </a:pPr>
              <a:r>
                <a:rPr b="1" lang="en-US" sz="4762">
                  <a:solidFill>
                    <a:srgbClr val="000000"/>
                  </a:solidFill>
                  <a:latin typeface="Open Sans"/>
                  <a:ea typeface="Open Sans"/>
                  <a:cs typeface="Open Sans"/>
                  <a:sym typeface="Open Sans"/>
                </a:rPr>
                <a:t>REFERÊNCIAS</a:t>
              </a:r>
              <a:endParaRPr/>
            </a:p>
          </p:txBody>
        </p:sp>
      </p:grpSp>
      <p:sp>
        <p:nvSpPr>
          <p:cNvPr id="114" name="Google Shape;114;p1"/>
          <p:cNvSpPr/>
          <p:nvPr/>
        </p:nvSpPr>
        <p:spPr>
          <a:xfrm>
            <a:off x="-916543" y="1525353"/>
            <a:ext cx="8571184" cy="2454222"/>
          </a:xfrm>
          <a:custGeom>
            <a:rect b="b" l="l" r="r" t="t"/>
            <a:pathLst>
              <a:path extrusionOk="0" h="1287851" w="4497722">
                <a:moveTo>
                  <a:pt x="0" y="0"/>
                </a:moveTo>
                <a:lnTo>
                  <a:pt x="4497722" y="0"/>
                </a:lnTo>
                <a:lnTo>
                  <a:pt x="4497722" y="1287851"/>
                </a:lnTo>
                <a:lnTo>
                  <a:pt x="0" y="128785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6769">
              <a:solidFill>
                <a:schemeClr val="dk1"/>
              </a:solidFill>
              <a:latin typeface="Calibri"/>
              <a:ea typeface="Calibri"/>
              <a:cs typeface="Calibri"/>
              <a:sym typeface="Calibri"/>
            </a:endParaRPr>
          </a:p>
        </p:txBody>
      </p:sp>
      <p:sp>
        <p:nvSpPr>
          <p:cNvPr id="115" name="Google Shape;115;p1"/>
          <p:cNvSpPr/>
          <p:nvPr/>
        </p:nvSpPr>
        <p:spPr>
          <a:xfrm>
            <a:off x="3163237" y="-4997460"/>
            <a:ext cx="22769151" cy="14311010"/>
          </a:xfrm>
          <a:custGeom>
            <a:rect b="b" l="l" r="r" t="t"/>
            <a:pathLst>
              <a:path extrusionOk="0" h="7509691" w="11948094">
                <a:moveTo>
                  <a:pt x="0" y="0"/>
                </a:moveTo>
                <a:lnTo>
                  <a:pt x="11948094" y="0"/>
                </a:lnTo>
                <a:lnTo>
                  <a:pt x="11948094" y="7509691"/>
                </a:lnTo>
                <a:lnTo>
                  <a:pt x="0" y="7509691"/>
                </a:lnTo>
                <a:lnTo>
                  <a:pt x="0" y="0"/>
                </a:lnTo>
                <a:close/>
              </a:path>
            </a:pathLst>
          </a:custGeom>
          <a:blipFill rotWithShape="1">
            <a:blip r:embed="rId3">
              <a:alphaModFix/>
            </a:blip>
            <a:stretch>
              <a:fillRect b="-48958"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6769">
              <a:solidFill>
                <a:schemeClr val="dk1"/>
              </a:solidFill>
              <a:latin typeface="Calibri"/>
              <a:ea typeface="Calibri"/>
              <a:cs typeface="Calibri"/>
              <a:sym typeface="Calibri"/>
            </a:endParaRPr>
          </a:p>
        </p:txBody>
      </p:sp>
      <p:sp>
        <p:nvSpPr>
          <p:cNvPr id="116" name="Google Shape;116;p1"/>
          <p:cNvSpPr/>
          <p:nvPr/>
        </p:nvSpPr>
        <p:spPr>
          <a:xfrm>
            <a:off x="21014306" y="1712017"/>
            <a:ext cx="7228385" cy="2335060"/>
          </a:xfrm>
          <a:custGeom>
            <a:rect b="b" l="l" r="r" t="t"/>
            <a:pathLst>
              <a:path extrusionOk="0" h="1225321" w="3793089">
                <a:moveTo>
                  <a:pt x="0" y="0"/>
                </a:moveTo>
                <a:lnTo>
                  <a:pt x="3793089" y="0"/>
                </a:lnTo>
                <a:lnTo>
                  <a:pt x="3793089" y="1225321"/>
                </a:lnTo>
                <a:lnTo>
                  <a:pt x="0" y="122532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6769">
              <a:solidFill>
                <a:schemeClr val="dk1"/>
              </a:solidFill>
              <a:latin typeface="Calibri"/>
              <a:ea typeface="Calibri"/>
              <a:cs typeface="Calibri"/>
              <a:sym typeface="Calibri"/>
            </a:endParaRPr>
          </a:p>
        </p:txBody>
      </p:sp>
      <p:sp>
        <p:nvSpPr>
          <p:cNvPr id="117" name="Google Shape;117;p1"/>
          <p:cNvSpPr/>
          <p:nvPr/>
        </p:nvSpPr>
        <p:spPr>
          <a:xfrm>
            <a:off x="15617815" y="16303581"/>
            <a:ext cx="11399871" cy="6657908"/>
          </a:xfrm>
          <a:custGeom>
            <a:rect b="b" l="l" r="r" t="t"/>
            <a:pathLst>
              <a:path extrusionOk="0" h="3493732" w="5982073">
                <a:moveTo>
                  <a:pt x="0" y="0"/>
                </a:moveTo>
                <a:lnTo>
                  <a:pt x="5982074" y="0"/>
                </a:lnTo>
                <a:lnTo>
                  <a:pt x="5982074" y="3493732"/>
                </a:lnTo>
                <a:lnTo>
                  <a:pt x="0" y="3493732"/>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6769">
              <a:solidFill>
                <a:schemeClr val="dk1"/>
              </a:solidFill>
              <a:latin typeface="Calibri"/>
              <a:ea typeface="Calibri"/>
              <a:cs typeface="Calibri"/>
              <a:sym typeface="Calibri"/>
            </a:endParaRPr>
          </a:p>
        </p:txBody>
      </p:sp>
      <p:sp>
        <p:nvSpPr>
          <p:cNvPr id="118" name="Google Shape;118;p1"/>
          <p:cNvSpPr txBox="1"/>
          <p:nvPr/>
        </p:nvSpPr>
        <p:spPr>
          <a:xfrm>
            <a:off x="5432058" y="12099877"/>
            <a:ext cx="4989818" cy="658642"/>
          </a:xfrm>
          <a:prstGeom prst="rect">
            <a:avLst/>
          </a:prstGeom>
          <a:noFill/>
          <a:ln>
            <a:noFill/>
          </a:ln>
        </p:spPr>
        <p:txBody>
          <a:bodyPr anchorCtr="0" anchor="t" bIns="0" lIns="0" spcFirstLastPara="1" rIns="0" wrap="square" tIns="0">
            <a:spAutoFit/>
          </a:bodyPr>
          <a:lstStyle/>
          <a:p>
            <a:pPr indent="0" lvl="0" marL="0" marR="0" rtl="0" algn="ctr">
              <a:lnSpc>
                <a:spcPct val="100965"/>
              </a:lnSpc>
              <a:spcBef>
                <a:spcPts val="0"/>
              </a:spcBef>
              <a:spcAft>
                <a:spcPts val="0"/>
              </a:spcAft>
              <a:buNone/>
            </a:pPr>
            <a:r>
              <a:rPr b="1" lang="en-US" sz="5077">
                <a:solidFill>
                  <a:srgbClr val="000000"/>
                </a:solidFill>
                <a:latin typeface="Open Sans"/>
                <a:ea typeface="Open Sans"/>
                <a:cs typeface="Open Sans"/>
                <a:sym typeface="Open Sans"/>
              </a:rPr>
              <a:t>INTRODUÇÃO</a:t>
            </a:r>
            <a:endParaRPr/>
          </a:p>
        </p:txBody>
      </p:sp>
      <p:grpSp>
        <p:nvGrpSpPr>
          <p:cNvPr id="119" name="Google Shape;119;p1"/>
          <p:cNvGrpSpPr/>
          <p:nvPr/>
        </p:nvGrpSpPr>
        <p:grpSpPr>
          <a:xfrm rot="-5400000">
            <a:off x="2494601" y="7477176"/>
            <a:ext cx="10206805" cy="14355430"/>
            <a:chOff x="0" y="-47625"/>
            <a:chExt cx="958980" cy="1348764"/>
          </a:xfrm>
        </p:grpSpPr>
        <p:sp>
          <p:nvSpPr>
            <p:cNvPr id="120" name="Google Shape;120;p1"/>
            <p:cNvSpPr/>
            <p:nvPr/>
          </p:nvSpPr>
          <p:spPr>
            <a:xfrm>
              <a:off x="0" y="0"/>
              <a:ext cx="958980" cy="1301139"/>
            </a:xfrm>
            <a:custGeom>
              <a:rect b="b" l="l" r="r" t="t"/>
              <a:pathLst>
                <a:path extrusionOk="0" h="1301139" w="958980">
                  <a:moveTo>
                    <a:pt x="0" y="0"/>
                  </a:moveTo>
                  <a:lnTo>
                    <a:pt x="958980" y="0"/>
                  </a:lnTo>
                  <a:lnTo>
                    <a:pt x="958980" y="1301139"/>
                  </a:lnTo>
                  <a:lnTo>
                    <a:pt x="0" y="1301139"/>
                  </a:lnTo>
                  <a:close/>
                </a:path>
              </a:pathLst>
            </a:custGeom>
            <a:solidFill>
              <a:srgbClr val="FFFFFF"/>
            </a:solidFill>
            <a:ln cap="sq" cmpd="sng" w="190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6769">
                <a:solidFill>
                  <a:schemeClr val="dk1"/>
                </a:solidFill>
                <a:latin typeface="Calibri"/>
                <a:ea typeface="Calibri"/>
                <a:cs typeface="Calibri"/>
                <a:sym typeface="Calibri"/>
              </a:endParaRPr>
            </a:p>
          </p:txBody>
        </p:sp>
        <p:sp>
          <p:nvSpPr>
            <p:cNvPr id="121" name="Google Shape;121;p1"/>
            <p:cNvSpPr txBox="1"/>
            <p:nvPr/>
          </p:nvSpPr>
          <p:spPr>
            <a:xfrm>
              <a:off x="0" y="-47625"/>
              <a:ext cx="958980" cy="1348764"/>
            </a:xfrm>
            <a:prstGeom prst="rect">
              <a:avLst/>
            </a:prstGeom>
            <a:noFill/>
            <a:ln>
              <a:noFill/>
            </a:ln>
          </p:spPr>
          <p:txBody>
            <a:bodyPr anchorCtr="0" anchor="ctr" bIns="89000" lIns="89000" spcFirstLastPara="1" rIns="89000" wrap="square" tIns="89000">
              <a:noAutofit/>
            </a:bodyPr>
            <a:lstStyle/>
            <a:p>
              <a:pPr indent="0" lvl="0" marL="0" marR="0" rtl="0" algn="ctr">
                <a:lnSpc>
                  <a:spcPct val="112217"/>
                </a:lnSpc>
                <a:spcBef>
                  <a:spcPts val="0"/>
                </a:spcBef>
                <a:spcAft>
                  <a:spcPts val="0"/>
                </a:spcAft>
                <a:buNone/>
              </a:pPr>
              <a:r>
                <a:t/>
              </a:r>
              <a:endParaRPr sz="6769">
                <a:solidFill>
                  <a:schemeClr val="dk1"/>
                </a:solidFill>
                <a:latin typeface="Calibri"/>
                <a:ea typeface="Calibri"/>
                <a:cs typeface="Calibri"/>
                <a:sym typeface="Calibri"/>
              </a:endParaRPr>
            </a:p>
          </p:txBody>
        </p:sp>
      </p:grpSp>
      <p:grpSp>
        <p:nvGrpSpPr>
          <p:cNvPr id="122" name="Google Shape;122;p1"/>
          <p:cNvGrpSpPr/>
          <p:nvPr/>
        </p:nvGrpSpPr>
        <p:grpSpPr>
          <a:xfrm rot="-5400000">
            <a:off x="2460145" y="17961211"/>
            <a:ext cx="10275743" cy="14355435"/>
            <a:chOff x="0" y="-47625"/>
            <a:chExt cx="936167" cy="1348764"/>
          </a:xfrm>
        </p:grpSpPr>
        <p:sp>
          <p:nvSpPr>
            <p:cNvPr id="123" name="Google Shape;123;p1"/>
            <p:cNvSpPr/>
            <p:nvPr/>
          </p:nvSpPr>
          <p:spPr>
            <a:xfrm>
              <a:off x="0" y="0"/>
              <a:ext cx="936167" cy="1301139"/>
            </a:xfrm>
            <a:custGeom>
              <a:rect b="b" l="l" r="r" t="t"/>
              <a:pathLst>
                <a:path extrusionOk="0" h="1301139" w="936167">
                  <a:moveTo>
                    <a:pt x="0" y="0"/>
                  </a:moveTo>
                  <a:lnTo>
                    <a:pt x="936167" y="0"/>
                  </a:lnTo>
                  <a:lnTo>
                    <a:pt x="936167" y="1301139"/>
                  </a:lnTo>
                  <a:lnTo>
                    <a:pt x="0" y="1301139"/>
                  </a:lnTo>
                  <a:close/>
                </a:path>
              </a:pathLst>
            </a:custGeom>
            <a:solidFill>
              <a:srgbClr val="FFFFFF"/>
            </a:solidFill>
            <a:ln cap="sq" cmpd="sng" w="19050">
              <a:solidFill>
                <a:srgbClr val="000000"/>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6769">
                <a:solidFill>
                  <a:schemeClr val="dk1"/>
                </a:solidFill>
                <a:latin typeface="Calibri"/>
                <a:ea typeface="Calibri"/>
                <a:cs typeface="Calibri"/>
                <a:sym typeface="Calibri"/>
              </a:endParaRPr>
            </a:p>
          </p:txBody>
        </p:sp>
        <p:sp>
          <p:nvSpPr>
            <p:cNvPr id="124" name="Google Shape;124;p1"/>
            <p:cNvSpPr txBox="1"/>
            <p:nvPr/>
          </p:nvSpPr>
          <p:spPr>
            <a:xfrm>
              <a:off x="0" y="-47625"/>
              <a:ext cx="936167" cy="1348764"/>
            </a:xfrm>
            <a:prstGeom prst="rect">
              <a:avLst/>
            </a:prstGeom>
            <a:noFill/>
            <a:ln>
              <a:noFill/>
            </a:ln>
          </p:spPr>
          <p:txBody>
            <a:bodyPr anchorCtr="0" anchor="ctr" bIns="89000" lIns="89000" spcFirstLastPara="1" rIns="89000" wrap="square" tIns="89000">
              <a:noAutofit/>
            </a:bodyPr>
            <a:lstStyle/>
            <a:p>
              <a:pPr indent="0" lvl="0" marL="0" marR="0" rtl="0" algn="ctr">
                <a:lnSpc>
                  <a:spcPct val="112217"/>
                </a:lnSpc>
                <a:spcBef>
                  <a:spcPts val="0"/>
                </a:spcBef>
                <a:spcAft>
                  <a:spcPts val="0"/>
                </a:spcAft>
                <a:buNone/>
              </a:pPr>
              <a:r>
                <a:t/>
              </a:r>
              <a:endParaRPr sz="6769">
                <a:solidFill>
                  <a:schemeClr val="dk1"/>
                </a:solidFill>
                <a:latin typeface="Calibri"/>
                <a:ea typeface="Calibri"/>
                <a:cs typeface="Calibri"/>
                <a:sym typeface="Calibri"/>
              </a:endParaRPr>
            </a:p>
          </p:txBody>
        </p:sp>
      </p:grpSp>
      <p:sp>
        <p:nvSpPr>
          <p:cNvPr id="125" name="Google Shape;125;p1"/>
          <p:cNvSpPr/>
          <p:nvPr/>
        </p:nvSpPr>
        <p:spPr>
          <a:xfrm>
            <a:off x="22527251" y="36801439"/>
            <a:ext cx="5609093" cy="5642282"/>
          </a:xfrm>
          <a:custGeom>
            <a:rect b="b" l="l" r="r" t="t"/>
            <a:pathLst>
              <a:path extrusionOk="0" h="2960783" w="2943367">
                <a:moveTo>
                  <a:pt x="0" y="0"/>
                </a:moveTo>
                <a:lnTo>
                  <a:pt x="2943367" y="0"/>
                </a:lnTo>
                <a:lnTo>
                  <a:pt x="2943367" y="2960784"/>
                </a:lnTo>
                <a:lnTo>
                  <a:pt x="0" y="2960784"/>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6769">
              <a:solidFill>
                <a:schemeClr val="dk1"/>
              </a:solidFill>
              <a:latin typeface="Calibri"/>
              <a:ea typeface="Calibri"/>
              <a:cs typeface="Calibri"/>
              <a:sym typeface="Calibri"/>
            </a:endParaRPr>
          </a:p>
        </p:txBody>
      </p:sp>
      <p:sp>
        <p:nvSpPr>
          <p:cNvPr id="126" name="Google Shape;126;p1"/>
          <p:cNvSpPr txBox="1"/>
          <p:nvPr/>
        </p:nvSpPr>
        <p:spPr>
          <a:xfrm>
            <a:off x="-1" y="4700167"/>
            <a:ext cx="28813765" cy="1484637"/>
          </a:xfrm>
          <a:prstGeom prst="rect">
            <a:avLst/>
          </a:prstGeom>
          <a:noFill/>
          <a:ln>
            <a:noFill/>
          </a:ln>
        </p:spPr>
        <p:txBody>
          <a:bodyPr anchorCtr="0" anchor="t" bIns="0" lIns="0" spcFirstLastPara="1" rIns="0" wrap="square" tIns="0">
            <a:spAutoFit/>
          </a:bodyPr>
          <a:lstStyle/>
          <a:p>
            <a:pPr indent="0" lvl="0" marL="0" marR="0" rtl="0" algn="ctr">
              <a:lnSpc>
                <a:spcPct val="101005"/>
              </a:lnSpc>
              <a:spcBef>
                <a:spcPts val="0"/>
              </a:spcBef>
              <a:spcAft>
                <a:spcPts val="0"/>
              </a:spcAft>
              <a:buNone/>
            </a:pPr>
            <a:r>
              <a:rPr b="1" lang="en-US" sz="11434">
                <a:solidFill>
                  <a:srgbClr val="000000"/>
                </a:solidFill>
                <a:latin typeface="Open Sans"/>
                <a:ea typeface="Open Sans"/>
                <a:cs typeface="Open Sans"/>
                <a:sym typeface="Open Sans"/>
              </a:rPr>
              <a:t>PROJETO ROBÔ CIRURGIÃO</a:t>
            </a:r>
            <a:endParaRPr/>
          </a:p>
        </p:txBody>
      </p:sp>
      <p:sp>
        <p:nvSpPr>
          <p:cNvPr id="127" name="Google Shape;127;p1"/>
          <p:cNvSpPr txBox="1"/>
          <p:nvPr/>
        </p:nvSpPr>
        <p:spPr>
          <a:xfrm>
            <a:off x="2404768" y="6355587"/>
            <a:ext cx="24286089" cy="1661289"/>
          </a:xfrm>
          <a:prstGeom prst="rect">
            <a:avLst/>
          </a:prstGeom>
          <a:noFill/>
          <a:ln>
            <a:noFill/>
          </a:ln>
        </p:spPr>
        <p:txBody>
          <a:bodyPr anchorCtr="0" anchor="t" bIns="0" lIns="0" spcFirstLastPara="1" rIns="0" wrap="square" tIns="0">
            <a:spAutoFit/>
          </a:bodyPr>
          <a:lstStyle/>
          <a:p>
            <a:pPr indent="0" lvl="0" marL="0" marR="0" rtl="0" algn="ctr">
              <a:lnSpc>
                <a:spcPct val="140025"/>
              </a:lnSpc>
              <a:spcBef>
                <a:spcPts val="0"/>
              </a:spcBef>
              <a:spcAft>
                <a:spcPts val="0"/>
              </a:spcAft>
              <a:buNone/>
            </a:pPr>
            <a:r>
              <a:rPr b="1" lang="en-US" sz="4762">
                <a:solidFill>
                  <a:srgbClr val="000000"/>
                </a:solidFill>
                <a:latin typeface="Open Sans"/>
                <a:ea typeface="Open Sans"/>
                <a:cs typeface="Open Sans"/>
                <a:sym typeface="Open Sans"/>
              </a:rPr>
              <a:t>Alan Turing, John von Neumann, Claude Shannon, Ada Lovelace</a:t>
            </a:r>
            <a:endParaRPr/>
          </a:p>
          <a:p>
            <a:pPr indent="0" lvl="0" marL="0" marR="0" rtl="0" algn="ctr">
              <a:lnSpc>
                <a:spcPct val="140025"/>
              </a:lnSpc>
              <a:spcBef>
                <a:spcPts val="0"/>
              </a:spcBef>
              <a:spcAft>
                <a:spcPts val="0"/>
              </a:spcAft>
              <a:buNone/>
            </a:pPr>
            <a:r>
              <a:rPr b="1" lang="en-US" sz="4762">
                <a:solidFill>
                  <a:srgbClr val="000000"/>
                </a:solidFill>
                <a:latin typeface="Open Sans"/>
                <a:ea typeface="Open Sans"/>
                <a:cs typeface="Open Sans"/>
                <a:sym typeface="Open Sans"/>
              </a:rPr>
              <a:t>Orientadores: </a:t>
            </a:r>
            <a:r>
              <a:rPr lang="en-US" sz="4762">
                <a:solidFill>
                  <a:srgbClr val="000000"/>
                </a:solidFill>
                <a:latin typeface="Open Sans"/>
                <a:ea typeface="Open Sans"/>
                <a:cs typeface="Open Sans"/>
                <a:sym typeface="Open Sans"/>
              </a:rPr>
              <a:t>Albert Einstein, Isaac Newton, James Clerk Maxwell, Richard Feynman</a:t>
            </a:r>
            <a:endParaRPr/>
          </a:p>
        </p:txBody>
      </p:sp>
      <p:sp>
        <p:nvSpPr>
          <p:cNvPr id="128" name="Google Shape;128;p1"/>
          <p:cNvSpPr txBox="1"/>
          <p:nvPr/>
        </p:nvSpPr>
        <p:spPr>
          <a:xfrm>
            <a:off x="15353293" y="15839628"/>
            <a:ext cx="12433206" cy="448841"/>
          </a:xfrm>
          <a:prstGeom prst="rect">
            <a:avLst/>
          </a:prstGeom>
          <a:noFill/>
          <a:ln>
            <a:noFill/>
          </a:ln>
        </p:spPr>
        <p:txBody>
          <a:bodyPr anchorCtr="0" anchor="t" bIns="0" lIns="0" spcFirstLastPara="1" rIns="0" wrap="square" tIns="0">
            <a:spAutoFit/>
          </a:bodyPr>
          <a:lstStyle/>
          <a:p>
            <a:pPr indent="0" lvl="0" marL="0" marR="0" rtl="0" algn="ctr">
              <a:lnSpc>
                <a:spcPct val="101020"/>
              </a:lnSpc>
              <a:spcBef>
                <a:spcPts val="0"/>
              </a:spcBef>
              <a:spcAft>
                <a:spcPts val="0"/>
              </a:spcAft>
              <a:buNone/>
            </a:pPr>
            <a:r>
              <a:rPr lang="en-US" sz="3430">
                <a:solidFill>
                  <a:srgbClr val="000000"/>
                </a:solidFill>
                <a:latin typeface="Inter"/>
                <a:ea typeface="Inter"/>
                <a:cs typeface="Inter"/>
                <a:sym typeface="Inter"/>
              </a:rPr>
              <a:t>Gráfico 01: Exemplo de Gráfico</a:t>
            </a:r>
            <a:endParaRPr/>
          </a:p>
        </p:txBody>
      </p:sp>
      <p:sp>
        <p:nvSpPr>
          <p:cNvPr id="129" name="Google Shape;129;p1"/>
          <p:cNvSpPr txBox="1"/>
          <p:nvPr/>
        </p:nvSpPr>
        <p:spPr>
          <a:xfrm>
            <a:off x="15353293" y="23110704"/>
            <a:ext cx="12433206" cy="448841"/>
          </a:xfrm>
          <a:prstGeom prst="rect">
            <a:avLst/>
          </a:prstGeom>
          <a:noFill/>
          <a:ln>
            <a:noFill/>
          </a:ln>
        </p:spPr>
        <p:txBody>
          <a:bodyPr anchorCtr="0" anchor="t" bIns="0" lIns="0" spcFirstLastPara="1" rIns="0" wrap="square" tIns="0">
            <a:spAutoFit/>
          </a:bodyPr>
          <a:lstStyle/>
          <a:p>
            <a:pPr indent="0" lvl="0" marL="0" marR="0" rtl="0" algn="ctr">
              <a:lnSpc>
                <a:spcPct val="101020"/>
              </a:lnSpc>
              <a:spcBef>
                <a:spcPts val="0"/>
              </a:spcBef>
              <a:spcAft>
                <a:spcPts val="0"/>
              </a:spcAft>
              <a:buNone/>
            </a:pPr>
            <a:r>
              <a:rPr lang="en-US" sz="3430">
                <a:solidFill>
                  <a:srgbClr val="000000"/>
                </a:solidFill>
                <a:latin typeface="Inter"/>
                <a:ea typeface="Inter"/>
                <a:cs typeface="Inter"/>
                <a:sym typeface="Inter"/>
              </a:rPr>
              <a:t>Fonte: Autoria Própria (2025)</a:t>
            </a:r>
            <a:endParaRPr/>
          </a:p>
        </p:txBody>
      </p:sp>
      <p:sp>
        <p:nvSpPr>
          <p:cNvPr id="130" name="Google Shape;130;p1"/>
          <p:cNvSpPr txBox="1"/>
          <p:nvPr/>
        </p:nvSpPr>
        <p:spPr>
          <a:xfrm>
            <a:off x="2561448" y="30828367"/>
            <a:ext cx="10186386" cy="619337"/>
          </a:xfrm>
          <a:prstGeom prst="rect">
            <a:avLst/>
          </a:prstGeom>
          <a:noFill/>
          <a:ln>
            <a:noFill/>
          </a:ln>
        </p:spPr>
        <p:txBody>
          <a:bodyPr anchorCtr="0" anchor="t" bIns="0" lIns="0" spcFirstLastPara="1" rIns="0" wrap="square" tIns="0">
            <a:spAutoFit/>
          </a:bodyPr>
          <a:lstStyle/>
          <a:p>
            <a:pPr indent="0" lvl="0" marL="0" marR="0" rtl="0" algn="ctr">
              <a:lnSpc>
                <a:spcPct val="101007"/>
              </a:lnSpc>
              <a:spcBef>
                <a:spcPts val="0"/>
              </a:spcBef>
              <a:spcAft>
                <a:spcPts val="0"/>
              </a:spcAft>
              <a:buNone/>
            </a:pPr>
            <a:r>
              <a:rPr b="1" lang="en-US" sz="4762">
                <a:solidFill>
                  <a:srgbClr val="000000"/>
                </a:solidFill>
                <a:latin typeface="Open Sans"/>
                <a:ea typeface="Open Sans"/>
                <a:cs typeface="Open Sans"/>
                <a:sym typeface="Open Sans"/>
              </a:rPr>
              <a:t>TECNOLOGIAS UTILIZADAS</a:t>
            </a:r>
            <a:endParaRPr/>
          </a:p>
        </p:txBody>
      </p:sp>
      <p:sp>
        <p:nvSpPr>
          <p:cNvPr id="131" name="Google Shape;131;p1"/>
          <p:cNvSpPr txBox="1"/>
          <p:nvPr/>
        </p:nvSpPr>
        <p:spPr>
          <a:xfrm>
            <a:off x="16608355" y="9858095"/>
            <a:ext cx="10186386" cy="619337"/>
          </a:xfrm>
          <a:prstGeom prst="rect">
            <a:avLst/>
          </a:prstGeom>
          <a:noFill/>
          <a:ln>
            <a:noFill/>
          </a:ln>
        </p:spPr>
        <p:txBody>
          <a:bodyPr anchorCtr="0" anchor="t" bIns="0" lIns="0" spcFirstLastPara="1" rIns="0" wrap="square" tIns="0">
            <a:spAutoFit/>
          </a:bodyPr>
          <a:lstStyle/>
          <a:p>
            <a:pPr indent="0" lvl="0" marL="0" marR="0" rtl="0" algn="ctr">
              <a:lnSpc>
                <a:spcPct val="101007"/>
              </a:lnSpc>
              <a:spcBef>
                <a:spcPts val="0"/>
              </a:spcBef>
              <a:spcAft>
                <a:spcPts val="0"/>
              </a:spcAft>
              <a:buNone/>
            </a:pPr>
            <a:r>
              <a:rPr b="1" lang="en-US" sz="4762">
                <a:solidFill>
                  <a:srgbClr val="000000"/>
                </a:solidFill>
                <a:latin typeface="Open Sans"/>
                <a:ea typeface="Open Sans"/>
                <a:cs typeface="Open Sans"/>
                <a:sym typeface="Open Sans"/>
              </a:rPr>
              <a:t>RESULTADOS</a:t>
            </a:r>
            <a:endParaRPr/>
          </a:p>
        </p:txBody>
      </p:sp>
      <p:sp>
        <p:nvSpPr>
          <p:cNvPr id="132" name="Google Shape;132;p1"/>
          <p:cNvSpPr txBox="1"/>
          <p:nvPr/>
        </p:nvSpPr>
        <p:spPr>
          <a:xfrm>
            <a:off x="2644303" y="9858095"/>
            <a:ext cx="10186386" cy="619337"/>
          </a:xfrm>
          <a:prstGeom prst="rect">
            <a:avLst/>
          </a:prstGeom>
          <a:noFill/>
          <a:ln>
            <a:noFill/>
          </a:ln>
        </p:spPr>
        <p:txBody>
          <a:bodyPr anchorCtr="0" anchor="t" bIns="0" lIns="0" spcFirstLastPara="1" rIns="0" wrap="square" tIns="0">
            <a:spAutoFit/>
          </a:bodyPr>
          <a:lstStyle/>
          <a:p>
            <a:pPr indent="0" lvl="0" marL="0" marR="0" rtl="0" algn="ctr">
              <a:lnSpc>
                <a:spcPct val="101007"/>
              </a:lnSpc>
              <a:spcBef>
                <a:spcPts val="0"/>
              </a:spcBef>
              <a:spcAft>
                <a:spcPts val="0"/>
              </a:spcAft>
              <a:buNone/>
            </a:pPr>
            <a:r>
              <a:rPr b="1" lang="en-US" sz="4762">
                <a:solidFill>
                  <a:srgbClr val="000000"/>
                </a:solidFill>
                <a:latin typeface="Open Sans"/>
                <a:ea typeface="Open Sans"/>
                <a:cs typeface="Open Sans"/>
                <a:sym typeface="Open Sans"/>
              </a:rPr>
              <a:t>O PROBLEMA</a:t>
            </a:r>
            <a:endParaRPr/>
          </a:p>
        </p:txBody>
      </p:sp>
      <p:sp>
        <p:nvSpPr>
          <p:cNvPr id="133" name="Google Shape;133;p1"/>
          <p:cNvSpPr txBox="1"/>
          <p:nvPr/>
        </p:nvSpPr>
        <p:spPr>
          <a:xfrm>
            <a:off x="2758254" y="20302839"/>
            <a:ext cx="10186386" cy="619337"/>
          </a:xfrm>
          <a:prstGeom prst="rect">
            <a:avLst/>
          </a:prstGeom>
          <a:noFill/>
          <a:ln>
            <a:noFill/>
          </a:ln>
        </p:spPr>
        <p:txBody>
          <a:bodyPr anchorCtr="0" anchor="t" bIns="0" lIns="0" spcFirstLastPara="1" rIns="0" wrap="square" tIns="0">
            <a:spAutoFit/>
          </a:bodyPr>
          <a:lstStyle/>
          <a:p>
            <a:pPr indent="0" lvl="0" marL="0" marR="0" rtl="0" algn="ctr">
              <a:lnSpc>
                <a:spcPct val="101007"/>
              </a:lnSpc>
              <a:spcBef>
                <a:spcPts val="0"/>
              </a:spcBef>
              <a:spcAft>
                <a:spcPts val="0"/>
              </a:spcAft>
              <a:buNone/>
            </a:pPr>
            <a:r>
              <a:rPr b="1" lang="en-US" sz="4762">
                <a:solidFill>
                  <a:srgbClr val="000000"/>
                </a:solidFill>
                <a:latin typeface="Open Sans"/>
                <a:ea typeface="Open Sans"/>
                <a:cs typeface="Open Sans"/>
                <a:sym typeface="Open Sans"/>
              </a:rPr>
              <a:t>A PROPOSTA</a:t>
            </a:r>
            <a:endParaRPr/>
          </a:p>
        </p:txBody>
      </p:sp>
      <p:sp>
        <p:nvSpPr>
          <p:cNvPr id="134" name="Google Shape;134;p1"/>
          <p:cNvSpPr txBox="1"/>
          <p:nvPr/>
        </p:nvSpPr>
        <p:spPr>
          <a:xfrm>
            <a:off x="15966975" y="31719851"/>
            <a:ext cx="11400000" cy="57021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3430">
                <a:solidFill>
                  <a:srgbClr val="000000"/>
                </a:solidFill>
                <a:latin typeface="Open Sans"/>
                <a:ea typeface="Open Sans"/>
                <a:cs typeface="Open Sans"/>
                <a:sym typeface="Open Sans"/>
              </a:rPr>
              <a:t>SILVA, Fulano da. Introdução aos Sistemas Computacionais Complexos. São Paulo: Editora Horizonte Científico, 2018.</a:t>
            </a:r>
            <a:endParaRPr/>
          </a:p>
          <a:p>
            <a:pPr indent="0" lvl="0" marL="0" marR="0" rtl="0" algn="just">
              <a:lnSpc>
                <a:spcPct val="140000"/>
              </a:lnSpc>
              <a:spcBef>
                <a:spcPts val="0"/>
              </a:spcBef>
              <a:spcAft>
                <a:spcPts val="0"/>
              </a:spcAft>
              <a:buNone/>
            </a:pPr>
            <a:r>
              <a:t/>
            </a:r>
            <a:endParaRPr sz="3430">
              <a:solidFill>
                <a:srgbClr val="000000"/>
              </a:solidFill>
              <a:latin typeface="Open Sans"/>
              <a:ea typeface="Open Sans"/>
              <a:cs typeface="Open Sans"/>
              <a:sym typeface="Open Sans"/>
            </a:endParaRPr>
          </a:p>
          <a:p>
            <a:pPr indent="0" lvl="0" marL="0" marR="0" rtl="0" algn="just">
              <a:lnSpc>
                <a:spcPct val="140000"/>
              </a:lnSpc>
              <a:spcBef>
                <a:spcPts val="0"/>
              </a:spcBef>
              <a:spcAft>
                <a:spcPts val="0"/>
              </a:spcAft>
              <a:buNone/>
            </a:pPr>
            <a:r>
              <a:rPr lang="en-US" sz="3430">
                <a:solidFill>
                  <a:srgbClr val="000000"/>
                </a:solidFill>
                <a:latin typeface="Open Sans"/>
                <a:ea typeface="Open Sans"/>
                <a:cs typeface="Open Sans"/>
                <a:sym typeface="Open Sans"/>
              </a:rPr>
              <a:t>SANTOS, Beltrano dos; OLIVEIRA, Maria Antonieta. Modelagem Matemática e Algoritmos Educacionais. Rio de Janeiro: Editora Saber &amp; Ciência, 2020.</a:t>
            </a:r>
            <a:endParaRPr/>
          </a:p>
          <a:p>
            <a:pPr indent="0" lvl="0" marL="0" marR="0" rtl="0" algn="just">
              <a:lnSpc>
                <a:spcPct val="140000"/>
              </a:lnSpc>
              <a:spcBef>
                <a:spcPts val="0"/>
              </a:spcBef>
              <a:spcAft>
                <a:spcPts val="0"/>
              </a:spcAft>
              <a:buNone/>
            </a:pPr>
            <a:r>
              <a:rPr lang="en-US" sz="3430">
                <a:solidFill>
                  <a:srgbClr val="000000"/>
                </a:solidFill>
                <a:latin typeface="Open Sans"/>
                <a:ea typeface="Open Sans"/>
                <a:cs typeface="Open Sans"/>
                <a:sym typeface="Open Sans"/>
              </a:rPr>
              <a:t> Editora chips, 2028.</a:t>
            </a:r>
            <a:endParaRPr/>
          </a:p>
        </p:txBody>
      </p:sp>
      <p:sp>
        <p:nvSpPr>
          <p:cNvPr id="135" name="Google Shape;135;p1"/>
          <p:cNvSpPr txBox="1"/>
          <p:nvPr/>
        </p:nvSpPr>
        <p:spPr>
          <a:xfrm>
            <a:off x="1595875" y="31719850"/>
            <a:ext cx="12562800" cy="64410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3430">
                <a:solidFill>
                  <a:srgbClr val="000000"/>
                </a:solidFill>
                <a:latin typeface="Open Sans"/>
                <a:ea typeface="Open Sans"/>
                <a:cs typeface="Open Sans"/>
                <a:sym typeface="Open Sans"/>
              </a:rPr>
              <a:t>Lorem ipsum dolor sit amet, consectetur adipiscing elit. Sed do eiusmod tempor incididunt ut labore et dolore magna aliqua. </a:t>
            </a:r>
            <a:endParaRPr/>
          </a:p>
          <a:p>
            <a:pPr indent="0" lvl="0" marL="0" marR="0" rtl="0" algn="just">
              <a:lnSpc>
                <a:spcPct val="140000"/>
              </a:lnSpc>
              <a:spcBef>
                <a:spcPts val="0"/>
              </a:spcBef>
              <a:spcAft>
                <a:spcPts val="0"/>
              </a:spcAft>
              <a:buNone/>
            </a:pPr>
            <a:r>
              <a:t/>
            </a:r>
            <a:endParaRPr sz="3430">
              <a:solidFill>
                <a:srgbClr val="000000"/>
              </a:solidFill>
              <a:latin typeface="Open Sans"/>
              <a:ea typeface="Open Sans"/>
              <a:cs typeface="Open Sans"/>
              <a:sym typeface="Open Sans"/>
            </a:endParaRPr>
          </a:p>
          <a:p>
            <a:pPr indent="-370297" lvl="1" marL="740593" marR="0" rtl="0" algn="just">
              <a:lnSpc>
                <a:spcPct val="140000"/>
              </a:lnSpc>
              <a:spcBef>
                <a:spcPts val="0"/>
              </a:spcBef>
              <a:spcAft>
                <a:spcPts val="0"/>
              </a:spcAft>
              <a:buClr>
                <a:srgbClr val="000000"/>
              </a:buClr>
              <a:buSzPts val="3430"/>
              <a:buFont typeface="Arial"/>
              <a:buChar char="•"/>
            </a:pPr>
            <a:r>
              <a:rPr b="0" i="0" lang="en-US" sz="3430" u="none" cap="none" strike="noStrike">
                <a:solidFill>
                  <a:srgbClr val="000000"/>
                </a:solidFill>
                <a:latin typeface="Open Sans"/>
                <a:ea typeface="Open Sans"/>
                <a:cs typeface="Open Sans"/>
                <a:sym typeface="Open Sans"/>
              </a:rPr>
              <a:t>Sharizard</a:t>
            </a:r>
            <a:endParaRPr/>
          </a:p>
          <a:p>
            <a:pPr indent="-370297" lvl="1" marL="740593" marR="0" rtl="0" algn="just">
              <a:lnSpc>
                <a:spcPct val="140000"/>
              </a:lnSpc>
              <a:spcBef>
                <a:spcPts val="0"/>
              </a:spcBef>
              <a:spcAft>
                <a:spcPts val="0"/>
              </a:spcAft>
              <a:buClr>
                <a:srgbClr val="000000"/>
              </a:buClr>
              <a:buSzPts val="3430"/>
              <a:buFont typeface="Arial"/>
              <a:buChar char="•"/>
            </a:pPr>
            <a:r>
              <a:rPr b="0" i="0" lang="en-US" sz="3430" u="none" cap="none" strike="noStrike">
                <a:solidFill>
                  <a:srgbClr val="000000"/>
                </a:solidFill>
                <a:latin typeface="Open Sans"/>
                <a:ea typeface="Open Sans"/>
                <a:cs typeface="Open Sans"/>
                <a:sym typeface="Open Sans"/>
              </a:rPr>
              <a:t>Blastoide</a:t>
            </a:r>
            <a:endParaRPr/>
          </a:p>
          <a:p>
            <a:pPr indent="-370297" lvl="1" marL="740593" marR="0" rtl="0" algn="just">
              <a:lnSpc>
                <a:spcPct val="140000"/>
              </a:lnSpc>
              <a:spcBef>
                <a:spcPts val="0"/>
              </a:spcBef>
              <a:spcAft>
                <a:spcPts val="0"/>
              </a:spcAft>
              <a:buClr>
                <a:srgbClr val="000000"/>
              </a:buClr>
              <a:buSzPts val="3430"/>
              <a:buFont typeface="Arial"/>
              <a:buChar char="•"/>
            </a:pPr>
            <a:r>
              <a:rPr b="0" i="0" lang="en-US" sz="3430" u="none" cap="none" strike="noStrike">
                <a:solidFill>
                  <a:srgbClr val="000000"/>
                </a:solidFill>
                <a:latin typeface="Open Sans"/>
                <a:ea typeface="Open Sans"/>
                <a:cs typeface="Open Sans"/>
                <a:sym typeface="Open Sans"/>
              </a:rPr>
              <a:t>Dragonaite</a:t>
            </a:r>
            <a:endParaRPr/>
          </a:p>
          <a:p>
            <a:pPr indent="-370296" lvl="1" marL="740593" marR="0" rtl="0" algn="just">
              <a:lnSpc>
                <a:spcPct val="140000"/>
              </a:lnSpc>
              <a:spcBef>
                <a:spcPts val="0"/>
              </a:spcBef>
              <a:spcAft>
                <a:spcPts val="0"/>
              </a:spcAft>
              <a:buClr>
                <a:srgbClr val="000000"/>
              </a:buClr>
              <a:buSzPts val="3430"/>
              <a:buFont typeface="Arial"/>
              <a:buChar char="•"/>
            </a:pPr>
            <a:r>
              <a:rPr b="0" i="0" lang="en-US" sz="3430" u="none" cap="none" strike="noStrike">
                <a:solidFill>
                  <a:srgbClr val="000000"/>
                </a:solidFill>
                <a:latin typeface="Open Sans"/>
                <a:ea typeface="Open Sans"/>
                <a:cs typeface="Open Sans"/>
                <a:sym typeface="Open Sans"/>
              </a:rPr>
              <a:t>Snorlax</a:t>
            </a:r>
            <a:endParaRPr sz="3430">
              <a:solidFill>
                <a:srgbClr val="000000"/>
              </a:solidFill>
              <a:latin typeface="Open Sans"/>
              <a:ea typeface="Open Sans"/>
              <a:cs typeface="Open Sans"/>
              <a:sym typeface="Open Sans"/>
            </a:endParaRPr>
          </a:p>
          <a:p>
            <a:pPr indent="0" lvl="0" marL="0" marR="0" rtl="0" algn="just">
              <a:lnSpc>
                <a:spcPct val="140000"/>
              </a:lnSpc>
              <a:spcBef>
                <a:spcPts val="0"/>
              </a:spcBef>
              <a:spcAft>
                <a:spcPts val="0"/>
              </a:spcAft>
              <a:buNone/>
            </a:pPr>
            <a:r>
              <a:rPr lang="en-US" sz="3430">
                <a:solidFill>
                  <a:srgbClr val="000000"/>
                </a:solidFill>
                <a:latin typeface="Open Sans"/>
                <a:ea typeface="Open Sans"/>
                <a:cs typeface="Open Sans"/>
                <a:sym typeface="Open Sans"/>
              </a:rPr>
              <a:t>LSed do eiusmod tempor incididunt ut labore et dolore.</a:t>
            </a:r>
            <a:endParaRPr/>
          </a:p>
        </p:txBody>
      </p:sp>
      <p:sp>
        <p:nvSpPr>
          <p:cNvPr id="136" name="Google Shape;136;p1"/>
          <p:cNvSpPr txBox="1"/>
          <p:nvPr/>
        </p:nvSpPr>
        <p:spPr>
          <a:xfrm>
            <a:off x="1595870" y="10749184"/>
            <a:ext cx="12562800" cy="71802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3430">
                <a:solidFill>
                  <a:srgbClr val="000000"/>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a:t>
            </a:r>
            <a:endParaRPr/>
          </a:p>
          <a:p>
            <a:pPr indent="0" lvl="0" marL="0" marR="0" rtl="0" algn="just">
              <a:lnSpc>
                <a:spcPct val="140000"/>
              </a:lnSpc>
              <a:spcBef>
                <a:spcPts val="0"/>
              </a:spcBef>
              <a:spcAft>
                <a:spcPts val="0"/>
              </a:spcAft>
              <a:buNone/>
            </a:pPr>
            <a:r>
              <a:t/>
            </a:r>
            <a:endParaRPr sz="3430">
              <a:solidFill>
                <a:srgbClr val="000000"/>
              </a:solidFill>
              <a:latin typeface="Open Sans"/>
              <a:ea typeface="Open Sans"/>
              <a:cs typeface="Open Sans"/>
              <a:sym typeface="Open Sans"/>
            </a:endParaRPr>
          </a:p>
          <a:p>
            <a:pPr indent="0" lvl="0" marL="0" marR="0" rtl="0" algn="just">
              <a:lnSpc>
                <a:spcPct val="140000"/>
              </a:lnSpc>
              <a:spcBef>
                <a:spcPts val="0"/>
              </a:spcBef>
              <a:spcAft>
                <a:spcPts val="0"/>
              </a:spcAft>
              <a:buNone/>
            </a:pPr>
            <a:r>
              <a:rPr lang="en-US" sz="3430">
                <a:solidFill>
                  <a:srgbClr val="000000"/>
                </a:solidFill>
                <a:latin typeface="Open Sans"/>
                <a:ea typeface="Open Sans"/>
                <a:cs typeface="Open Sans"/>
                <a:sym typeface="Open Sans"/>
              </a:rPr>
              <a:t>L</a:t>
            </a:r>
            <a:r>
              <a:rPr lang="en-US" sz="3430">
                <a:solidFill>
                  <a:srgbClr val="000000"/>
                </a:solidFill>
                <a:latin typeface="Open Sans"/>
                <a:ea typeface="Open Sans"/>
                <a:cs typeface="Open Sans"/>
                <a:sym typeface="Open Sans"/>
              </a:rPr>
              <a:t>orem ipsum dolor sit amet, consectetur adipiscing elit. Sed do eiusmod tempor incididunt ut labore et dolore magna aliqua. Ut enim ad minim veniam, quis nostrud exercitation ullamco laboris nisi ut aliquip ex ea commodo consequat. </a:t>
            </a:r>
            <a:endParaRPr/>
          </a:p>
          <a:p>
            <a:pPr indent="0" lvl="0" marL="0" marR="0" rtl="0" algn="just">
              <a:lnSpc>
                <a:spcPct val="140000"/>
              </a:lnSpc>
              <a:spcBef>
                <a:spcPts val="0"/>
              </a:spcBef>
              <a:spcAft>
                <a:spcPts val="0"/>
              </a:spcAft>
              <a:buNone/>
            </a:pPr>
            <a:r>
              <a:t/>
            </a:r>
            <a:endParaRPr sz="3430">
              <a:solidFill>
                <a:srgbClr val="000000"/>
              </a:solidFill>
              <a:latin typeface="Open Sans"/>
              <a:ea typeface="Open Sans"/>
              <a:cs typeface="Open Sans"/>
              <a:sym typeface="Open Sans"/>
            </a:endParaRPr>
          </a:p>
        </p:txBody>
      </p:sp>
      <p:sp>
        <p:nvSpPr>
          <p:cNvPr id="137" name="Google Shape;137;p1"/>
          <p:cNvSpPr txBox="1"/>
          <p:nvPr/>
        </p:nvSpPr>
        <p:spPr>
          <a:xfrm>
            <a:off x="1570066" y="21125709"/>
            <a:ext cx="12562800" cy="86586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3430">
                <a:solidFill>
                  <a:srgbClr val="000000"/>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a:t>
            </a:r>
            <a:endParaRPr/>
          </a:p>
          <a:p>
            <a:pPr indent="0" lvl="0" marL="0" marR="0" rtl="0" algn="just">
              <a:lnSpc>
                <a:spcPct val="140000"/>
              </a:lnSpc>
              <a:spcBef>
                <a:spcPts val="0"/>
              </a:spcBef>
              <a:spcAft>
                <a:spcPts val="0"/>
              </a:spcAft>
              <a:buNone/>
            </a:pPr>
            <a:r>
              <a:t/>
            </a:r>
            <a:endParaRPr sz="3430">
              <a:solidFill>
                <a:srgbClr val="000000"/>
              </a:solidFill>
              <a:latin typeface="Open Sans"/>
              <a:ea typeface="Open Sans"/>
              <a:cs typeface="Open Sans"/>
              <a:sym typeface="Open Sans"/>
            </a:endParaRPr>
          </a:p>
          <a:p>
            <a:pPr indent="0" lvl="0" marL="0" marR="0" rtl="0" algn="just">
              <a:lnSpc>
                <a:spcPct val="140000"/>
              </a:lnSpc>
              <a:spcBef>
                <a:spcPts val="0"/>
              </a:spcBef>
              <a:spcAft>
                <a:spcPts val="0"/>
              </a:spcAft>
              <a:buNone/>
            </a:pPr>
            <a:r>
              <a:rPr lang="en-US" sz="3430">
                <a:solidFill>
                  <a:srgbClr val="000000"/>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a:t>
            </a:r>
            <a:endParaRPr/>
          </a:p>
          <a:p>
            <a:pPr indent="0" lvl="0" marL="0" marR="0" rtl="0" algn="just">
              <a:lnSpc>
                <a:spcPct val="140000"/>
              </a:lnSpc>
              <a:spcBef>
                <a:spcPts val="0"/>
              </a:spcBef>
              <a:spcAft>
                <a:spcPts val="0"/>
              </a:spcAft>
              <a:buNone/>
            </a:pPr>
            <a:r>
              <a:t/>
            </a:r>
            <a:endParaRPr sz="3430">
              <a:solidFill>
                <a:srgbClr val="000000"/>
              </a:solidFill>
              <a:latin typeface="Open Sans"/>
              <a:ea typeface="Open Sans"/>
              <a:cs typeface="Open Sans"/>
              <a:sym typeface="Open Sans"/>
            </a:endParaRPr>
          </a:p>
          <a:p>
            <a:pPr indent="0" lvl="0" marL="0" marR="0" rtl="0" algn="just">
              <a:lnSpc>
                <a:spcPct val="140000"/>
              </a:lnSpc>
              <a:spcBef>
                <a:spcPts val="0"/>
              </a:spcBef>
              <a:spcAft>
                <a:spcPts val="0"/>
              </a:spcAft>
              <a:buNone/>
            </a:pPr>
            <a:r>
              <a:rPr lang="en-US" sz="3430">
                <a:latin typeface="Open Sans"/>
                <a:ea typeface="Open Sans"/>
                <a:cs typeface="Open Sans"/>
                <a:sym typeface="Open Sans"/>
              </a:rPr>
              <a:t>T</a:t>
            </a:r>
            <a:r>
              <a:rPr lang="en-US" sz="3430">
                <a:solidFill>
                  <a:srgbClr val="000000"/>
                </a:solidFill>
                <a:latin typeface="Open Sans"/>
                <a:ea typeface="Open Sans"/>
                <a:cs typeface="Open Sans"/>
                <a:sym typeface="Open Sans"/>
              </a:rPr>
              <a:t>ullamco laboris nisi ut aliquip ex ea commodo consequat. </a:t>
            </a:r>
            <a:endParaRPr/>
          </a:p>
          <a:p>
            <a:pPr indent="0" lvl="0" marL="0" marR="0" rtl="0" algn="just">
              <a:lnSpc>
                <a:spcPct val="140000"/>
              </a:lnSpc>
              <a:spcBef>
                <a:spcPts val="0"/>
              </a:spcBef>
              <a:spcAft>
                <a:spcPts val="0"/>
              </a:spcAft>
              <a:buNone/>
            </a:pPr>
            <a:r>
              <a:t/>
            </a:r>
            <a:endParaRPr sz="3430">
              <a:solidFill>
                <a:srgbClr val="000000"/>
              </a:solidFill>
              <a:latin typeface="Open Sans"/>
              <a:ea typeface="Open Sans"/>
              <a:cs typeface="Open Sans"/>
              <a:sym typeface="Open Sans"/>
            </a:endParaRPr>
          </a:p>
        </p:txBody>
      </p:sp>
      <p:sp>
        <p:nvSpPr>
          <p:cNvPr id="138" name="Google Shape;138;p1"/>
          <p:cNvSpPr txBox="1"/>
          <p:nvPr/>
        </p:nvSpPr>
        <p:spPr>
          <a:xfrm>
            <a:off x="136933" y="39681833"/>
            <a:ext cx="28242600" cy="1830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4955">
                <a:latin typeface="Open Sans"/>
                <a:ea typeface="Open Sans"/>
                <a:cs typeface="Open Sans"/>
                <a:sym typeface="Open Sans"/>
              </a:rPr>
              <a:t>IV </a:t>
            </a:r>
            <a:r>
              <a:rPr b="1" lang="en-US" sz="4955">
                <a:solidFill>
                  <a:srgbClr val="000000"/>
                </a:solidFill>
                <a:latin typeface="Open Sans"/>
                <a:ea typeface="Open Sans"/>
                <a:cs typeface="Open Sans"/>
                <a:sym typeface="Open Sans"/>
              </a:rPr>
              <a:t>SEMANA FECAP DE TECNOLOGIA - 2026</a:t>
            </a:r>
            <a:endParaRPr/>
          </a:p>
          <a:p>
            <a:pPr indent="0" lvl="0" marL="0" marR="0" rtl="0" algn="ctr">
              <a:lnSpc>
                <a:spcPct val="140000"/>
              </a:lnSpc>
              <a:spcBef>
                <a:spcPts val="0"/>
              </a:spcBef>
              <a:spcAft>
                <a:spcPts val="0"/>
              </a:spcAft>
              <a:buNone/>
            </a:pPr>
            <a:r>
              <a:rPr lang="en-US" sz="4955">
                <a:solidFill>
                  <a:srgbClr val="000000"/>
                </a:solidFill>
                <a:latin typeface="Open Sans"/>
                <a:ea typeface="Open Sans"/>
                <a:cs typeface="Open Sans"/>
                <a:sym typeface="Open Sans"/>
              </a:rPr>
              <a:t>Fundação Escola de Comércio Álvares Penteado - FECAP</a:t>
            </a:r>
            <a:endParaRPr/>
          </a:p>
        </p:txBody>
      </p:sp>
      <p:sp>
        <p:nvSpPr>
          <p:cNvPr id="139" name="Google Shape;139;p1"/>
          <p:cNvSpPr txBox="1"/>
          <p:nvPr/>
        </p:nvSpPr>
        <p:spPr>
          <a:xfrm>
            <a:off x="15617816" y="10880630"/>
            <a:ext cx="11904157" cy="4268541"/>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3430">
                <a:solidFill>
                  <a:srgbClr val="000000"/>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a:t>
            </a:r>
            <a:endParaRPr/>
          </a:p>
          <a:p>
            <a:pPr indent="0" lvl="0" marL="0" marR="0" rtl="0" algn="just">
              <a:lnSpc>
                <a:spcPct val="140000"/>
              </a:lnSpc>
              <a:spcBef>
                <a:spcPts val="0"/>
              </a:spcBef>
              <a:spcAft>
                <a:spcPts val="0"/>
              </a:spcAft>
              <a:buNone/>
            </a:pPr>
            <a:r>
              <a:rPr lang="en-US" sz="3430">
                <a:solidFill>
                  <a:srgbClr val="000000"/>
                </a:solidFill>
                <a:latin typeface="Open Sans"/>
                <a:ea typeface="Open Sans"/>
                <a:cs typeface="Open Sans"/>
                <a:sym typeface="Open Sans"/>
              </a:rPr>
              <a:t>Lorem ipsum dolor sit amet, consectetur adipiscing elit. Sed do eiusmod tempor incididunt ut labore et dolore.</a:t>
            </a:r>
            <a:endParaRPr/>
          </a:p>
        </p:txBody>
      </p:sp>
      <p:sp>
        <p:nvSpPr>
          <p:cNvPr id="140" name="Google Shape;140;p1"/>
          <p:cNvSpPr txBox="1"/>
          <p:nvPr/>
        </p:nvSpPr>
        <p:spPr>
          <a:xfrm>
            <a:off x="15714839" y="24195810"/>
            <a:ext cx="11652000" cy="57021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3430">
                <a:solidFill>
                  <a:srgbClr val="000000"/>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ex ea commodo consequat. </a:t>
            </a:r>
            <a:endParaRPr/>
          </a:p>
          <a:p>
            <a:pPr indent="0" lvl="0" marL="0" marR="0" rtl="0" algn="just">
              <a:lnSpc>
                <a:spcPct val="140000"/>
              </a:lnSpc>
              <a:spcBef>
                <a:spcPts val="0"/>
              </a:spcBef>
              <a:spcAft>
                <a:spcPts val="0"/>
              </a:spcAft>
              <a:buNone/>
            </a:pPr>
            <a:r>
              <a:rPr lang="en-US" sz="3430">
                <a:solidFill>
                  <a:srgbClr val="000000"/>
                </a:solidFill>
                <a:latin typeface="Open Sans"/>
                <a:ea typeface="Open Sans"/>
                <a:cs typeface="Open Sans"/>
                <a:sym typeface="Open Sans"/>
              </a:rPr>
              <a:t>Lorem ipsum dolor sit amet, consectetur adipiscing elit. Sed do eiusmod tempor incididunt ut labt dolore abore et doloreabore et dolore abore et dolore abore et dolore.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